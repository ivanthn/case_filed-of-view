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C3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66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BCAA0-FF19-4099-B6FD-6ABFB34159F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714E328-37D1-4AEC-994E-D43D9BD7C801}">
      <dgm:prSet phldrT="[Текст]"/>
      <dgm:spPr/>
      <dgm:t>
        <a:bodyPr/>
        <a:lstStyle/>
        <a:p>
          <a:r>
            <a:rPr lang="ru-RU" dirty="0"/>
            <a:t>Задачи</a:t>
          </a:r>
        </a:p>
      </dgm:t>
    </dgm:pt>
    <dgm:pt modelId="{6119F0F5-F8AA-415C-B8A8-CE9AE9387D52}" type="parTrans" cxnId="{063FE6CE-3290-460A-ACEC-38CEFAA9A744}">
      <dgm:prSet/>
      <dgm:spPr/>
      <dgm:t>
        <a:bodyPr/>
        <a:lstStyle/>
        <a:p>
          <a:endParaRPr lang="ru-RU"/>
        </a:p>
      </dgm:t>
    </dgm:pt>
    <dgm:pt modelId="{C2C82F60-E9B0-417C-8443-D9B5FD2617F0}" type="sibTrans" cxnId="{063FE6CE-3290-460A-ACEC-38CEFAA9A744}">
      <dgm:prSet/>
      <dgm:spPr/>
      <dgm:t>
        <a:bodyPr/>
        <a:lstStyle/>
        <a:p>
          <a:endParaRPr lang="ru-RU"/>
        </a:p>
      </dgm:t>
    </dgm:pt>
    <dgm:pt modelId="{A92AEB1C-995D-4255-8DF3-49F918CAB58D}">
      <dgm:prSet phldrT="[Текст]"/>
      <dgm:spPr/>
      <dgm:t>
        <a:bodyPr/>
        <a:lstStyle/>
        <a:p>
          <a:r>
            <a:rPr lang="ru-RU" dirty="0"/>
            <a:t>Вывести зависимость </a:t>
          </a:r>
          <a:r>
            <a:rPr lang="en-US" dirty="0"/>
            <a:t>L(</a:t>
          </a:r>
          <a:r>
            <a:rPr lang="el-GR" dirty="0"/>
            <a:t>σ</a:t>
          </a:r>
          <a:r>
            <a:rPr lang="en-US" dirty="0"/>
            <a:t>)</a:t>
          </a:r>
          <a:endParaRPr lang="ru-RU" dirty="0"/>
        </a:p>
      </dgm:t>
    </dgm:pt>
    <dgm:pt modelId="{C60F2E63-7D17-4F13-AB93-C6C8EC48CF6F}" type="parTrans" cxnId="{FA3B45B1-04A4-4E8F-AF69-AD7CA66A236D}">
      <dgm:prSet/>
      <dgm:spPr/>
      <dgm:t>
        <a:bodyPr/>
        <a:lstStyle/>
        <a:p>
          <a:endParaRPr lang="ru-RU"/>
        </a:p>
      </dgm:t>
    </dgm:pt>
    <dgm:pt modelId="{3008A579-1172-4C0F-ACC2-BD09840D458B}" type="sibTrans" cxnId="{FA3B45B1-04A4-4E8F-AF69-AD7CA66A236D}">
      <dgm:prSet/>
      <dgm:spPr/>
      <dgm:t>
        <a:bodyPr/>
        <a:lstStyle/>
        <a:p>
          <a:endParaRPr lang="ru-RU"/>
        </a:p>
      </dgm:t>
    </dgm:pt>
    <dgm:pt modelId="{FBA3273A-E2E1-457D-A5C7-C0E6B426906B}">
      <dgm:prSet phldrT="[Текст]"/>
      <dgm:spPr/>
      <dgm:t>
        <a:bodyPr/>
        <a:lstStyle/>
        <a:p>
          <a:r>
            <a:rPr lang="ru-RU" dirty="0"/>
            <a:t>Подключить необходимые библиотеки</a:t>
          </a:r>
        </a:p>
      </dgm:t>
    </dgm:pt>
    <dgm:pt modelId="{160CCA2D-7C66-4F3A-B0D8-BD3D8BAE07E7}" type="sibTrans" cxnId="{2F6D0BA7-906E-4C96-8BEE-83FD4D9A110D}">
      <dgm:prSet/>
      <dgm:spPr/>
      <dgm:t>
        <a:bodyPr/>
        <a:lstStyle/>
        <a:p>
          <a:endParaRPr lang="ru-RU"/>
        </a:p>
      </dgm:t>
    </dgm:pt>
    <dgm:pt modelId="{F73EB5B8-EB49-462A-AD4F-3F37F5E8DF17}" type="parTrans" cxnId="{2F6D0BA7-906E-4C96-8BEE-83FD4D9A110D}">
      <dgm:prSet/>
      <dgm:spPr/>
      <dgm:t>
        <a:bodyPr/>
        <a:lstStyle/>
        <a:p>
          <a:endParaRPr lang="ru-RU"/>
        </a:p>
      </dgm:t>
    </dgm:pt>
    <dgm:pt modelId="{372B52BA-BD66-4EB2-91E0-49F43C1384FB}">
      <dgm:prSet phldrT="[Текст]"/>
      <dgm:spPr/>
      <dgm:t>
        <a:bodyPr/>
        <a:lstStyle/>
        <a:p>
          <a:r>
            <a:rPr lang="ru-RU" dirty="0"/>
            <a:t>Создать скрипт на </a:t>
          </a:r>
          <a:r>
            <a:rPr lang="en-US" dirty="0"/>
            <a:t>Python</a:t>
          </a:r>
          <a:endParaRPr lang="ru-RU" dirty="0"/>
        </a:p>
      </dgm:t>
    </dgm:pt>
    <dgm:pt modelId="{7C89F0BB-E4BE-42EB-B19F-6910CED7E89B}" type="sibTrans" cxnId="{B487E59F-2340-4E09-B4E6-B659D20455EF}">
      <dgm:prSet/>
      <dgm:spPr/>
      <dgm:t>
        <a:bodyPr/>
        <a:lstStyle/>
        <a:p>
          <a:endParaRPr lang="ru-RU"/>
        </a:p>
      </dgm:t>
    </dgm:pt>
    <dgm:pt modelId="{9229C314-5E26-4D75-8FB5-07447784A904}" type="parTrans" cxnId="{B487E59F-2340-4E09-B4E6-B659D20455EF}">
      <dgm:prSet/>
      <dgm:spPr/>
      <dgm:t>
        <a:bodyPr/>
        <a:lstStyle/>
        <a:p>
          <a:endParaRPr lang="ru-RU"/>
        </a:p>
      </dgm:t>
    </dgm:pt>
    <dgm:pt modelId="{2B50FD04-B41B-4681-A755-F1025A672362}">
      <dgm:prSet phldrT="[Текст]"/>
      <dgm:spPr/>
      <dgm:t>
        <a:bodyPr/>
        <a:lstStyle/>
        <a:p>
          <a:r>
            <a:rPr lang="ru-RU" dirty="0"/>
            <a:t>Написать функцию </a:t>
          </a:r>
          <a:r>
            <a:rPr lang="en-US" dirty="0"/>
            <a:t>L(</a:t>
          </a:r>
          <a:r>
            <a:rPr lang="el-GR" dirty="0"/>
            <a:t>σ</a:t>
          </a:r>
          <a:r>
            <a:rPr lang="en-US" dirty="0"/>
            <a:t>)</a:t>
          </a:r>
          <a:endParaRPr lang="ru-RU" dirty="0"/>
        </a:p>
      </dgm:t>
    </dgm:pt>
    <dgm:pt modelId="{43677805-2D04-41BB-8941-C968B3C0154F}" type="parTrans" cxnId="{507E38D4-6920-4585-BD36-17E00FC258EC}">
      <dgm:prSet/>
      <dgm:spPr/>
      <dgm:t>
        <a:bodyPr/>
        <a:lstStyle/>
        <a:p>
          <a:endParaRPr lang="ru-RU"/>
        </a:p>
      </dgm:t>
    </dgm:pt>
    <dgm:pt modelId="{990CB6BB-9FCB-4A0D-8E70-005166DFCBD7}" type="sibTrans" cxnId="{507E38D4-6920-4585-BD36-17E00FC258EC}">
      <dgm:prSet/>
      <dgm:spPr/>
      <dgm:t>
        <a:bodyPr/>
        <a:lstStyle/>
        <a:p>
          <a:endParaRPr lang="ru-RU"/>
        </a:p>
      </dgm:t>
    </dgm:pt>
    <dgm:pt modelId="{D8BD09BE-132F-4B1B-87B4-4EFF28397F58}">
      <dgm:prSet phldrT="[Текст]"/>
      <dgm:spPr/>
      <dgm:t>
        <a:bodyPr/>
        <a:lstStyle/>
        <a:p>
          <a:r>
            <a:rPr lang="ru-RU" dirty="0"/>
            <a:t>Создать диаграмму по полученным значениям</a:t>
          </a:r>
        </a:p>
      </dgm:t>
    </dgm:pt>
    <dgm:pt modelId="{A8F8107B-3499-4AB1-A916-D9C1334C3EC7}" type="parTrans" cxnId="{110826A3-990E-4F58-B4A2-D62E4DE6FF11}">
      <dgm:prSet/>
      <dgm:spPr/>
      <dgm:t>
        <a:bodyPr/>
        <a:lstStyle/>
        <a:p>
          <a:endParaRPr lang="ru-RU"/>
        </a:p>
      </dgm:t>
    </dgm:pt>
    <dgm:pt modelId="{92C12FAD-5681-4024-8A9A-17B9A6F601A3}" type="sibTrans" cxnId="{110826A3-990E-4F58-B4A2-D62E4DE6FF11}">
      <dgm:prSet/>
      <dgm:spPr/>
      <dgm:t>
        <a:bodyPr/>
        <a:lstStyle/>
        <a:p>
          <a:endParaRPr lang="ru-RU"/>
        </a:p>
      </dgm:t>
    </dgm:pt>
    <dgm:pt modelId="{E3577B65-A43B-4CEC-9C10-24FE0D8FCC46}">
      <dgm:prSet/>
      <dgm:spPr/>
      <dgm:t>
        <a:bodyPr/>
        <a:lstStyle/>
        <a:p>
          <a:r>
            <a:rPr lang="ru-RU" dirty="0"/>
            <a:t>Проверить диапазон возможных значений</a:t>
          </a:r>
        </a:p>
      </dgm:t>
    </dgm:pt>
    <dgm:pt modelId="{964B85BA-D537-4FB2-B0AD-99D92BA789C2}" type="parTrans" cxnId="{BB82B1D5-1843-4211-BCBD-D8F15FA38FF3}">
      <dgm:prSet/>
      <dgm:spPr/>
      <dgm:t>
        <a:bodyPr/>
        <a:lstStyle/>
        <a:p>
          <a:endParaRPr lang="ru-RU"/>
        </a:p>
      </dgm:t>
    </dgm:pt>
    <dgm:pt modelId="{9140035B-C805-4C82-A810-97EAFDD39299}" type="sibTrans" cxnId="{BB82B1D5-1843-4211-BCBD-D8F15FA38FF3}">
      <dgm:prSet/>
      <dgm:spPr/>
      <dgm:t>
        <a:bodyPr/>
        <a:lstStyle/>
        <a:p>
          <a:endParaRPr lang="ru-RU"/>
        </a:p>
      </dgm:t>
    </dgm:pt>
    <dgm:pt modelId="{65B7D80A-BB4A-4217-8153-8E59DF55F899}">
      <dgm:prSet/>
      <dgm:spPr/>
      <dgm:t>
        <a:bodyPr/>
        <a:lstStyle/>
        <a:p>
          <a:r>
            <a:rPr lang="ru-RU" dirty="0"/>
            <a:t>Решить геометрическую задачу</a:t>
          </a:r>
        </a:p>
      </dgm:t>
    </dgm:pt>
    <dgm:pt modelId="{D8AA5D0C-029C-4E84-95D1-DA0E412CDFA8}" type="parTrans" cxnId="{547E3B84-4EBC-4339-99CE-2D094220A2FB}">
      <dgm:prSet/>
      <dgm:spPr/>
      <dgm:t>
        <a:bodyPr/>
        <a:lstStyle/>
        <a:p>
          <a:endParaRPr lang="ru-RU"/>
        </a:p>
      </dgm:t>
    </dgm:pt>
    <dgm:pt modelId="{A971C9B3-A57F-4A10-8F94-117A3A42E443}" type="sibTrans" cxnId="{547E3B84-4EBC-4339-99CE-2D094220A2FB}">
      <dgm:prSet/>
      <dgm:spPr/>
      <dgm:t>
        <a:bodyPr/>
        <a:lstStyle/>
        <a:p>
          <a:endParaRPr lang="ru-RU"/>
        </a:p>
      </dgm:t>
    </dgm:pt>
    <dgm:pt modelId="{30F64F8A-7476-48A1-9CBA-3DFB2940E055}" type="pres">
      <dgm:prSet presAssocID="{ECDBCAA0-FF19-4099-B6FD-6ABFB34159F4}" presName="vert0" presStyleCnt="0">
        <dgm:presLayoutVars>
          <dgm:dir/>
          <dgm:animOne val="branch"/>
          <dgm:animLvl val="lvl"/>
        </dgm:presLayoutVars>
      </dgm:prSet>
      <dgm:spPr/>
    </dgm:pt>
    <dgm:pt modelId="{31C334AE-1546-4BB3-8130-E389163461B1}" type="pres">
      <dgm:prSet presAssocID="{E714E328-37D1-4AEC-994E-D43D9BD7C801}" presName="thickLine" presStyleLbl="alignNode1" presStyleIdx="0" presStyleCnt="1"/>
      <dgm:spPr/>
    </dgm:pt>
    <dgm:pt modelId="{F6B63E86-49CE-4B79-B643-53CA0796ED02}" type="pres">
      <dgm:prSet presAssocID="{E714E328-37D1-4AEC-994E-D43D9BD7C801}" presName="horz1" presStyleCnt="0"/>
      <dgm:spPr/>
    </dgm:pt>
    <dgm:pt modelId="{7B25EAF3-0A18-457A-B2EC-6E0F4540A3BF}" type="pres">
      <dgm:prSet presAssocID="{E714E328-37D1-4AEC-994E-D43D9BD7C801}" presName="tx1" presStyleLbl="revTx" presStyleIdx="0" presStyleCnt="8"/>
      <dgm:spPr/>
    </dgm:pt>
    <dgm:pt modelId="{F11E4221-02E7-4959-907B-6882345CBFEA}" type="pres">
      <dgm:prSet presAssocID="{E714E328-37D1-4AEC-994E-D43D9BD7C801}" presName="vert1" presStyleCnt="0"/>
      <dgm:spPr/>
    </dgm:pt>
    <dgm:pt modelId="{667CC46D-788C-4B85-91DF-D7EF3A109CED}" type="pres">
      <dgm:prSet presAssocID="{A92AEB1C-995D-4255-8DF3-49F918CAB58D}" presName="vertSpace2a" presStyleCnt="0"/>
      <dgm:spPr/>
    </dgm:pt>
    <dgm:pt modelId="{E0D098B8-A2DA-4849-9B77-63928AD8F6BA}" type="pres">
      <dgm:prSet presAssocID="{A92AEB1C-995D-4255-8DF3-49F918CAB58D}" presName="horz2" presStyleCnt="0"/>
      <dgm:spPr/>
    </dgm:pt>
    <dgm:pt modelId="{BD475E61-FD7A-4F22-8695-292A81C64BFF}" type="pres">
      <dgm:prSet presAssocID="{A92AEB1C-995D-4255-8DF3-49F918CAB58D}" presName="horzSpace2" presStyleCnt="0"/>
      <dgm:spPr/>
    </dgm:pt>
    <dgm:pt modelId="{3A2F01EA-0F07-41DD-A0E9-ED64E11A4C07}" type="pres">
      <dgm:prSet presAssocID="{A92AEB1C-995D-4255-8DF3-49F918CAB58D}" presName="tx2" presStyleLbl="revTx" presStyleIdx="1" presStyleCnt="8"/>
      <dgm:spPr/>
    </dgm:pt>
    <dgm:pt modelId="{AB412A14-714C-4B3B-99A6-A8D5D64E068D}" type="pres">
      <dgm:prSet presAssocID="{A92AEB1C-995D-4255-8DF3-49F918CAB58D}" presName="vert2" presStyleCnt="0"/>
      <dgm:spPr/>
    </dgm:pt>
    <dgm:pt modelId="{9F42BAAC-FD87-4576-B36B-D1C30B67BEA3}" type="pres">
      <dgm:prSet presAssocID="{65B7D80A-BB4A-4217-8153-8E59DF55F899}" presName="horz3" presStyleCnt="0"/>
      <dgm:spPr/>
    </dgm:pt>
    <dgm:pt modelId="{8543021F-A8E8-4E27-94D3-124ED84C025C}" type="pres">
      <dgm:prSet presAssocID="{65B7D80A-BB4A-4217-8153-8E59DF55F899}" presName="horzSpace3" presStyleCnt="0"/>
      <dgm:spPr/>
    </dgm:pt>
    <dgm:pt modelId="{2371B704-6CE7-46A1-BC21-30CCDDD4113A}" type="pres">
      <dgm:prSet presAssocID="{65B7D80A-BB4A-4217-8153-8E59DF55F899}" presName="tx3" presStyleLbl="revTx" presStyleIdx="2" presStyleCnt="8"/>
      <dgm:spPr/>
    </dgm:pt>
    <dgm:pt modelId="{DB87C771-3C18-4B7E-B790-5DEEBBCAA0EB}" type="pres">
      <dgm:prSet presAssocID="{65B7D80A-BB4A-4217-8153-8E59DF55F899}" presName="vert3" presStyleCnt="0"/>
      <dgm:spPr/>
    </dgm:pt>
    <dgm:pt modelId="{034741AD-84C6-432C-973B-A955EA0C9C1D}" type="pres">
      <dgm:prSet presAssocID="{A971C9B3-A57F-4A10-8F94-117A3A42E443}" presName="thinLine3" presStyleLbl="callout" presStyleIdx="0" presStyleCnt="5"/>
      <dgm:spPr/>
    </dgm:pt>
    <dgm:pt modelId="{BA3C08AA-32A3-49D8-B207-306DC0881C93}" type="pres">
      <dgm:prSet presAssocID="{E3577B65-A43B-4CEC-9C10-24FE0D8FCC46}" presName="horz3" presStyleCnt="0"/>
      <dgm:spPr/>
    </dgm:pt>
    <dgm:pt modelId="{9369FAD3-C53C-428A-91BE-8EA3B194607A}" type="pres">
      <dgm:prSet presAssocID="{E3577B65-A43B-4CEC-9C10-24FE0D8FCC46}" presName="horzSpace3" presStyleCnt="0"/>
      <dgm:spPr/>
    </dgm:pt>
    <dgm:pt modelId="{6DD57CAF-DDEA-4DEF-9616-4F14B608AA98}" type="pres">
      <dgm:prSet presAssocID="{E3577B65-A43B-4CEC-9C10-24FE0D8FCC46}" presName="tx3" presStyleLbl="revTx" presStyleIdx="3" presStyleCnt="8"/>
      <dgm:spPr/>
    </dgm:pt>
    <dgm:pt modelId="{E10E71EC-EF69-4EAC-B423-1B8D9D5CBD83}" type="pres">
      <dgm:prSet presAssocID="{E3577B65-A43B-4CEC-9C10-24FE0D8FCC46}" presName="vert3" presStyleCnt="0"/>
      <dgm:spPr/>
    </dgm:pt>
    <dgm:pt modelId="{2F833276-7D33-43BC-AAF3-5FD738E7BF5E}" type="pres">
      <dgm:prSet presAssocID="{A92AEB1C-995D-4255-8DF3-49F918CAB58D}" presName="thinLine2b" presStyleLbl="callout" presStyleIdx="1" presStyleCnt="5"/>
      <dgm:spPr/>
    </dgm:pt>
    <dgm:pt modelId="{AC2D2EF9-BA2E-4485-92AA-5F755A961CC5}" type="pres">
      <dgm:prSet presAssocID="{A92AEB1C-995D-4255-8DF3-49F918CAB58D}" presName="vertSpace2b" presStyleCnt="0"/>
      <dgm:spPr/>
    </dgm:pt>
    <dgm:pt modelId="{ADDE95EA-65BB-401F-8429-5E1AC8ED273E}" type="pres">
      <dgm:prSet presAssocID="{372B52BA-BD66-4EB2-91E0-49F43C1384FB}" presName="horz2" presStyleCnt="0"/>
      <dgm:spPr/>
    </dgm:pt>
    <dgm:pt modelId="{C0E964F4-356C-4A08-BB5C-7098C077FE7D}" type="pres">
      <dgm:prSet presAssocID="{372B52BA-BD66-4EB2-91E0-49F43C1384FB}" presName="horzSpace2" presStyleCnt="0"/>
      <dgm:spPr/>
    </dgm:pt>
    <dgm:pt modelId="{EF79D1E1-28FC-4B21-93BF-D42DDD895FB9}" type="pres">
      <dgm:prSet presAssocID="{372B52BA-BD66-4EB2-91E0-49F43C1384FB}" presName="tx2" presStyleLbl="revTx" presStyleIdx="4" presStyleCnt="8"/>
      <dgm:spPr/>
    </dgm:pt>
    <dgm:pt modelId="{47AC73AA-247C-42BB-BD42-EBFCFEEE583B}" type="pres">
      <dgm:prSet presAssocID="{372B52BA-BD66-4EB2-91E0-49F43C1384FB}" presName="vert2" presStyleCnt="0"/>
      <dgm:spPr/>
    </dgm:pt>
    <dgm:pt modelId="{34FBF23A-3F7E-4C8B-B769-E29C4B2EA8A2}" type="pres">
      <dgm:prSet presAssocID="{FBA3273A-E2E1-457D-A5C7-C0E6B426906B}" presName="horz3" presStyleCnt="0"/>
      <dgm:spPr/>
    </dgm:pt>
    <dgm:pt modelId="{C83D60F6-DDD0-4923-BC7F-841548E7CAF4}" type="pres">
      <dgm:prSet presAssocID="{FBA3273A-E2E1-457D-A5C7-C0E6B426906B}" presName="horzSpace3" presStyleCnt="0"/>
      <dgm:spPr/>
    </dgm:pt>
    <dgm:pt modelId="{B81FDF83-10DC-4AEA-8CC8-7AC36B4819DD}" type="pres">
      <dgm:prSet presAssocID="{FBA3273A-E2E1-457D-A5C7-C0E6B426906B}" presName="tx3" presStyleLbl="revTx" presStyleIdx="5" presStyleCnt="8"/>
      <dgm:spPr/>
    </dgm:pt>
    <dgm:pt modelId="{5974A6EF-30C9-4723-A767-5F1D691CC3E0}" type="pres">
      <dgm:prSet presAssocID="{FBA3273A-E2E1-457D-A5C7-C0E6B426906B}" presName="vert3" presStyleCnt="0"/>
      <dgm:spPr/>
    </dgm:pt>
    <dgm:pt modelId="{AABA3661-DF51-4576-B4FC-8B2031E686C1}" type="pres">
      <dgm:prSet presAssocID="{160CCA2D-7C66-4F3A-B0D8-BD3D8BAE07E7}" presName="thinLine3" presStyleLbl="callout" presStyleIdx="2" presStyleCnt="5"/>
      <dgm:spPr/>
    </dgm:pt>
    <dgm:pt modelId="{4F0F036D-EE20-4D70-895D-16C92AA57AB7}" type="pres">
      <dgm:prSet presAssocID="{2B50FD04-B41B-4681-A755-F1025A672362}" presName="horz3" presStyleCnt="0"/>
      <dgm:spPr/>
    </dgm:pt>
    <dgm:pt modelId="{8FBEB75C-D429-4104-AA24-E6AB1B2820BC}" type="pres">
      <dgm:prSet presAssocID="{2B50FD04-B41B-4681-A755-F1025A672362}" presName="horzSpace3" presStyleCnt="0"/>
      <dgm:spPr/>
    </dgm:pt>
    <dgm:pt modelId="{C7BF9613-B5BF-4A57-A85A-DD4482817925}" type="pres">
      <dgm:prSet presAssocID="{2B50FD04-B41B-4681-A755-F1025A672362}" presName="tx3" presStyleLbl="revTx" presStyleIdx="6" presStyleCnt="8"/>
      <dgm:spPr/>
    </dgm:pt>
    <dgm:pt modelId="{E66EE439-3069-4754-9DFC-734AC7C3033B}" type="pres">
      <dgm:prSet presAssocID="{2B50FD04-B41B-4681-A755-F1025A672362}" presName="vert3" presStyleCnt="0"/>
      <dgm:spPr/>
    </dgm:pt>
    <dgm:pt modelId="{418182A7-6197-4C98-881F-725739939B37}" type="pres">
      <dgm:prSet presAssocID="{990CB6BB-9FCB-4A0D-8E70-005166DFCBD7}" presName="thinLine3" presStyleLbl="callout" presStyleIdx="3" presStyleCnt="5"/>
      <dgm:spPr/>
    </dgm:pt>
    <dgm:pt modelId="{75E322D8-C7B5-4531-AB29-97DC73FA6D16}" type="pres">
      <dgm:prSet presAssocID="{D8BD09BE-132F-4B1B-87B4-4EFF28397F58}" presName="horz3" presStyleCnt="0"/>
      <dgm:spPr/>
    </dgm:pt>
    <dgm:pt modelId="{8B94474E-C070-44CE-A047-D99FAC8F40A5}" type="pres">
      <dgm:prSet presAssocID="{D8BD09BE-132F-4B1B-87B4-4EFF28397F58}" presName="horzSpace3" presStyleCnt="0"/>
      <dgm:spPr/>
    </dgm:pt>
    <dgm:pt modelId="{95D47D56-5E74-4E41-A9AA-CB9B1C71F188}" type="pres">
      <dgm:prSet presAssocID="{D8BD09BE-132F-4B1B-87B4-4EFF28397F58}" presName="tx3" presStyleLbl="revTx" presStyleIdx="7" presStyleCnt="8"/>
      <dgm:spPr/>
    </dgm:pt>
    <dgm:pt modelId="{7B8A30A7-A9C7-492C-BE5A-EAB4ED42D688}" type="pres">
      <dgm:prSet presAssocID="{D8BD09BE-132F-4B1B-87B4-4EFF28397F58}" presName="vert3" presStyleCnt="0"/>
      <dgm:spPr/>
    </dgm:pt>
    <dgm:pt modelId="{B924152E-6F85-4A37-85C4-C1EC615F859A}" type="pres">
      <dgm:prSet presAssocID="{372B52BA-BD66-4EB2-91E0-49F43C1384FB}" presName="thinLine2b" presStyleLbl="callout" presStyleIdx="4" presStyleCnt="5"/>
      <dgm:spPr/>
    </dgm:pt>
    <dgm:pt modelId="{8DA793D8-8737-46EC-807F-46B1A704ABCE}" type="pres">
      <dgm:prSet presAssocID="{372B52BA-BD66-4EB2-91E0-49F43C1384FB}" presName="vertSpace2b" presStyleCnt="0"/>
      <dgm:spPr/>
    </dgm:pt>
  </dgm:ptLst>
  <dgm:cxnLst>
    <dgm:cxn modelId="{83C4F606-3F11-4EBB-A9E7-77C9A19CB835}" type="presOf" srcId="{372B52BA-BD66-4EB2-91E0-49F43C1384FB}" destId="{EF79D1E1-28FC-4B21-93BF-D42DDD895FB9}" srcOrd="0" destOrd="0" presId="urn:microsoft.com/office/officeart/2008/layout/LinedList"/>
    <dgm:cxn modelId="{A99E3832-9C5F-43E6-BA0F-59C1BB81F5BF}" type="presOf" srcId="{FBA3273A-E2E1-457D-A5C7-C0E6B426906B}" destId="{B81FDF83-10DC-4AEA-8CC8-7AC36B4819DD}" srcOrd="0" destOrd="0" presId="urn:microsoft.com/office/officeart/2008/layout/LinedList"/>
    <dgm:cxn modelId="{712A8638-786E-4A9F-8D68-59CEF1CE97B5}" type="presOf" srcId="{65B7D80A-BB4A-4217-8153-8E59DF55F899}" destId="{2371B704-6CE7-46A1-BC21-30CCDDD4113A}" srcOrd="0" destOrd="0" presId="urn:microsoft.com/office/officeart/2008/layout/LinedList"/>
    <dgm:cxn modelId="{16045345-95F8-4700-85A7-E22AD0E2FA77}" type="presOf" srcId="{E3577B65-A43B-4CEC-9C10-24FE0D8FCC46}" destId="{6DD57CAF-DDEA-4DEF-9616-4F14B608AA98}" srcOrd="0" destOrd="0" presId="urn:microsoft.com/office/officeart/2008/layout/LinedList"/>
    <dgm:cxn modelId="{6B6DB67A-FFD9-49C0-AFDD-3A5A0EBA0B4D}" type="presOf" srcId="{D8BD09BE-132F-4B1B-87B4-4EFF28397F58}" destId="{95D47D56-5E74-4E41-A9AA-CB9B1C71F188}" srcOrd="0" destOrd="0" presId="urn:microsoft.com/office/officeart/2008/layout/LinedList"/>
    <dgm:cxn modelId="{547E3B84-4EBC-4339-99CE-2D094220A2FB}" srcId="{A92AEB1C-995D-4255-8DF3-49F918CAB58D}" destId="{65B7D80A-BB4A-4217-8153-8E59DF55F899}" srcOrd="0" destOrd="0" parTransId="{D8AA5D0C-029C-4E84-95D1-DA0E412CDFA8}" sibTransId="{A971C9B3-A57F-4A10-8F94-117A3A42E443}"/>
    <dgm:cxn modelId="{B487E59F-2340-4E09-B4E6-B659D20455EF}" srcId="{E714E328-37D1-4AEC-994E-D43D9BD7C801}" destId="{372B52BA-BD66-4EB2-91E0-49F43C1384FB}" srcOrd="1" destOrd="0" parTransId="{9229C314-5E26-4D75-8FB5-07447784A904}" sibTransId="{7C89F0BB-E4BE-42EB-B19F-6910CED7E89B}"/>
    <dgm:cxn modelId="{110826A3-990E-4F58-B4A2-D62E4DE6FF11}" srcId="{372B52BA-BD66-4EB2-91E0-49F43C1384FB}" destId="{D8BD09BE-132F-4B1B-87B4-4EFF28397F58}" srcOrd="2" destOrd="0" parTransId="{A8F8107B-3499-4AB1-A916-D9C1334C3EC7}" sibTransId="{92C12FAD-5681-4024-8A9A-17B9A6F601A3}"/>
    <dgm:cxn modelId="{2F6D0BA7-906E-4C96-8BEE-83FD4D9A110D}" srcId="{372B52BA-BD66-4EB2-91E0-49F43C1384FB}" destId="{FBA3273A-E2E1-457D-A5C7-C0E6B426906B}" srcOrd="0" destOrd="0" parTransId="{F73EB5B8-EB49-462A-AD4F-3F37F5E8DF17}" sibTransId="{160CCA2D-7C66-4F3A-B0D8-BD3D8BAE07E7}"/>
    <dgm:cxn modelId="{FA3B45B1-04A4-4E8F-AF69-AD7CA66A236D}" srcId="{E714E328-37D1-4AEC-994E-D43D9BD7C801}" destId="{A92AEB1C-995D-4255-8DF3-49F918CAB58D}" srcOrd="0" destOrd="0" parTransId="{C60F2E63-7D17-4F13-AB93-C6C8EC48CF6F}" sibTransId="{3008A579-1172-4C0F-ACC2-BD09840D458B}"/>
    <dgm:cxn modelId="{3FAA65B9-09D7-4653-8349-9228199DB5F6}" type="presOf" srcId="{A92AEB1C-995D-4255-8DF3-49F918CAB58D}" destId="{3A2F01EA-0F07-41DD-A0E9-ED64E11A4C07}" srcOrd="0" destOrd="0" presId="urn:microsoft.com/office/officeart/2008/layout/LinedList"/>
    <dgm:cxn modelId="{063FE6CE-3290-460A-ACEC-38CEFAA9A744}" srcId="{ECDBCAA0-FF19-4099-B6FD-6ABFB34159F4}" destId="{E714E328-37D1-4AEC-994E-D43D9BD7C801}" srcOrd="0" destOrd="0" parTransId="{6119F0F5-F8AA-415C-B8A8-CE9AE9387D52}" sibTransId="{C2C82F60-E9B0-417C-8443-D9B5FD2617F0}"/>
    <dgm:cxn modelId="{5E2020D2-0EBE-42EB-9EAE-5472A530D67B}" type="presOf" srcId="{E714E328-37D1-4AEC-994E-D43D9BD7C801}" destId="{7B25EAF3-0A18-457A-B2EC-6E0F4540A3BF}" srcOrd="0" destOrd="0" presId="urn:microsoft.com/office/officeart/2008/layout/LinedList"/>
    <dgm:cxn modelId="{507E38D4-6920-4585-BD36-17E00FC258EC}" srcId="{372B52BA-BD66-4EB2-91E0-49F43C1384FB}" destId="{2B50FD04-B41B-4681-A755-F1025A672362}" srcOrd="1" destOrd="0" parTransId="{43677805-2D04-41BB-8941-C968B3C0154F}" sibTransId="{990CB6BB-9FCB-4A0D-8E70-005166DFCBD7}"/>
    <dgm:cxn modelId="{C3A1BBD4-607E-42A6-BD4D-4931CE890B27}" type="presOf" srcId="{2B50FD04-B41B-4681-A755-F1025A672362}" destId="{C7BF9613-B5BF-4A57-A85A-DD4482817925}" srcOrd="0" destOrd="0" presId="urn:microsoft.com/office/officeart/2008/layout/LinedList"/>
    <dgm:cxn modelId="{BB82B1D5-1843-4211-BCBD-D8F15FA38FF3}" srcId="{A92AEB1C-995D-4255-8DF3-49F918CAB58D}" destId="{E3577B65-A43B-4CEC-9C10-24FE0D8FCC46}" srcOrd="1" destOrd="0" parTransId="{964B85BA-D537-4FB2-B0AD-99D92BA789C2}" sibTransId="{9140035B-C805-4C82-A810-97EAFDD39299}"/>
    <dgm:cxn modelId="{BCAEF0D9-96AD-4D6B-9FAA-A31EC993707B}" type="presOf" srcId="{ECDBCAA0-FF19-4099-B6FD-6ABFB34159F4}" destId="{30F64F8A-7476-48A1-9CBA-3DFB2940E055}" srcOrd="0" destOrd="0" presId="urn:microsoft.com/office/officeart/2008/layout/LinedList"/>
    <dgm:cxn modelId="{6777933D-946D-4BDA-80AF-490FE36912CE}" type="presParOf" srcId="{30F64F8A-7476-48A1-9CBA-3DFB2940E055}" destId="{31C334AE-1546-4BB3-8130-E389163461B1}" srcOrd="0" destOrd="0" presId="urn:microsoft.com/office/officeart/2008/layout/LinedList"/>
    <dgm:cxn modelId="{0CCC726E-FDF3-45D3-BAC8-CFA9998728B7}" type="presParOf" srcId="{30F64F8A-7476-48A1-9CBA-3DFB2940E055}" destId="{F6B63E86-49CE-4B79-B643-53CA0796ED02}" srcOrd="1" destOrd="0" presId="urn:microsoft.com/office/officeart/2008/layout/LinedList"/>
    <dgm:cxn modelId="{6C858BCE-6101-4B11-89DD-41323644D351}" type="presParOf" srcId="{F6B63E86-49CE-4B79-B643-53CA0796ED02}" destId="{7B25EAF3-0A18-457A-B2EC-6E0F4540A3BF}" srcOrd="0" destOrd="0" presId="urn:microsoft.com/office/officeart/2008/layout/LinedList"/>
    <dgm:cxn modelId="{99E99CB0-414B-4692-9B90-640153E9C627}" type="presParOf" srcId="{F6B63E86-49CE-4B79-B643-53CA0796ED02}" destId="{F11E4221-02E7-4959-907B-6882345CBFEA}" srcOrd="1" destOrd="0" presId="urn:microsoft.com/office/officeart/2008/layout/LinedList"/>
    <dgm:cxn modelId="{0C967EF5-9001-4A2C-A356-CDD8BB5AD058}" type="presParOf" srcId="{F11E4221-02E7-4959-907B-6882345CBFEA}" destId="{667CC46D-788C-4B85-91DF-D7EF3A109CED}" srcOrd="0" destOrd="0" presId="urn:microsoft.com/office/officeart/2008/layout/LinedList"/>
    <dgm:cxn modelId="{BEB7F981-57BA-41D5-9E48-DF2091DB7EB7}" type="presParOf" srcId="{F11E4221-02E7-4959-907B-6882345CBFEA}" destId="{E0D098B8-A2DA-4849-9B77-63928AD8F6BA}" srcOrd="1" destOrd="0" presId="urn:microsoft.com/office/officeart/2008/layout/LinedList"/>
    <dgm:cxn modelId="{23592B61-391D-4AA1-B047-57E70D4C1091}" type="presParOf" srcId="{E0D098B8-A2DA-4849-9B77-63928AD8F6BA}" destId="{BD475E61-FD7A-4F22-8695-292A81C64BFF}" srcOrd="0" destOrd="0" presId="urn:microsoft.com/office/officeart/2008/layout/LinedList"/>
    <dgm:cxn modelId="{9E2389BB-C7C3-46BC-8093-5BA0F70C159F}" type="presParOf" srcId="{E0D098B8-A2DA-4849-9B77-63928AD8F6BA}" destId="{3A2F01EA-0F07-41DD-A0E9-ED64E11A4C07}" srcOrd="1" destOrd="0" presId="urn:microsoft.com/office/officeart/2008/layout/LinedList"/>
    <dgm:cxn modelId="{7E295F77-94FA-4A2E-B17D-4EDBFFE25223}" type="presParOf" srcId="{E0D098B8-A2DA-4849-9B77-63928AD8F6BA}" destId="{AB412A14-714C-4B3B-99A6-A8D5D64E068D}" srcOrd="2" destOrd="0" presId="urn:microsoft.com/office/officeart/2008/layout/LinedList"/>
    <dgm:cxn modelId="{7CB51498-8D0E-436B-BB51-F8501ADC96A1}" type="presParOf" srcId="{AB412A14-714C-4B3B-99A6-A8D5D64E068D}" destId="{9F42BAAC-FD87-4576-B36B-D1C30B67BEA3}" srcOrd="0" destOrd="0" presId="urn:microsoft.com/office/officeart/2008/layout/LinedList"/>
    <dgm:cxn modelId="{5926143D-B001-43DC-9A21-EB3F12EF2CBE}" type="presParOf" srcId="{9F42BAAC-FD87-4576-B36B-D1C30B67BEA3}" destId="{8543021F-A8E8-4E27-94D3-124ED84C025C}" srcOrd="0" destOrd="0" presId="urn:microsoft.com/office/officeart/2008/layout/LinedList"/>
    <dgm:cxn modelId="{290D28CA-547B-4EF3-A9F9-916FCDFDE082}" type="presParOf" srcId="{9F42BAAC-FD87-4576-B36B-D1C30B67BEA3}" destId="{2371B704-6CE7-46A1-BC21-30CCDDD4113A}" srcOrd="1" destOrd="0" presId="urn:microsoft.com/office/officeart/2008/layout/LinedList"/>
    <dgm:cxn modelId="{C00C7F85-018F-4FBB-BAEE-3FD8EACCEE03}" type="presParOf" srcId="{9F42BAAC-FD87-4576-B36B-D1C30B67BEA3}" destId="{DB87C771-3C18-4B7E-B790-5DEEBBCAA0EB}" srcOrd="2" destOrd="0" presId="urn:microsoft.com/office/officeart/2008/layout/LinedList"/>
    <dgm:cxn modelId="{5FB53B1D-809C-4DA0-9F57-22DBD91B91C9}" type="presParOf" srcId="{AB412A14-714C-4B3B-99A6-A8D5D64E068D}" destId="{034741AD-84C6-432C-973B-A955EA0C9C1D}" srcOrd="1" destOrd="0" presId="urn:microsoft.com/office/officeart/2008/layout/LinedList"/>
    <dgm:cxn modelId="{114D819D-E6BD-4C49-8817-602B55E4A17C}" type="presParOf" srcId="{AB412A14-714C-4B3B-99A6-A8D5D64E068D}" destId="{BA3C08AA-32A3-49D8-B207-306DC0881C93}" srcOrd="2" destOrd="0" presId="urn:microsoft.com/office/officeart/2008/layout/LinedList"/>
    <dgm:cxn modelId="{D2F78924-DD10-451C-9C73-71EDEE9CB445}" type="presParOf" srcId="{BA3C08AA-32A3-49D8-B207-306DC0881C93}" destId="{9369FAD3-C53C-428A-91BE-8EA3B194607A}" srcOrd="0" destOrd="0" presId="urn:microsoft.com/office/officeart/2008/layout/LinedList"/>
    <dgm:cxn modelId="{1D79E6D7-2CC3-4DEF-9F8F-1EBC4DDB512D}" type="presParOf" srcId="{BA3C08AA-32A3-49D8-B207-306DC0881C93}" destId="{6DD57CAF-DDEA-4DEF-9616-4F14B608AA98}" srcOrd="1" destOrd="0" presId="urn:microsoft.com/office/officeart/2008/layout/LinedList"/>
    <dgm:cxn modelId="{70142940-4822-4229-8171-37A38E38BB02}" type="presParOf" srcId="{BA3C08AA-32A3-49D8-B207-306DC0881C93}" destId="{E10E71EC-EF69-4EAC-B423-1B8D9D5CBD83}" srcOrd="2" destOrd="0" presId="urn:microsoft.com/office/officeart/2008/layout/LinedList"/>
    <dgm:cxn modelId="{E6EB434E-9E01-46EE-9A2F-2C31E79F1798}" type="presParOf" srcId="{F11E4221-02E7-4959-907B-6882345CBFEA}" destId="{2F833276-7D33-43BC-AAF3-5FD738E7BF5E}" srcOrd="2" destOrd="0" presId="urn:microsoft.com/office/officeart/2008/layout/LinedList"/>
    <dgm:cxn modelId="{92E3CDA4-369C-4A92-9886-DCC748E6043D}" type="presParOf" srcId="{F11E4221-02E7-4959-907B-6882345CBFEA}" destId="{AC2D2EF9-BA2E-4485-92AA-5F755A961CC5}" srcOrd="3" destOrd="0" presId="urn:microsoft.com/office/officeart/2008/layout/LinedList"/>
    <dgm:cxn modelId="{F663D6EC-4B5E-4D95-A48D-D7CC42152AE3}" type="presParOf" srcId="{F11E4221-02E7-4959-907B-6882345CBFEA}" destId="{ADDE95EA-65BB-401F-8429-5E1AC8ED273E}" srcOrd="4" destOrd="0" presId="urn:microsoft.com/office/officeart/2008/layout/LinedList"/>
    <dgm:cxn modelId="{E778C62E-5020-4F68-B393-2F9EDE2C6F64}" type="presParOf" srcId="{ADDE95EA-65BB-401F-8429-5E1AC8ED273E}" destId="{C0E964F4-356C-4A08-BB5C-7098C077FE7D}" srcOrd="0" destOrd="0" presId="urn:microsoft.com/office/officeart/2008/layout/LinedList"/>
    <dgm:cxn modelId="{4099C713-55B7-41A8-833E-C6AB7B37172E}" type="presParOf" srcId="{ADDE95EA-65BB-401F-8429-5E1AC8ED273E}" destId="{EF79D1E1-28FC-4B21-93BF-D42DDD895FB9}" srcOrd="1" destOrd="0" presId="urn:microsoft.com/office/officeart/2008/layout/LinedList"/>
    <dgm:cxn modelId="{16F75B41-9244-4CEA-AD96-144CE05610C1}" type="presParOf" srcId="{ADDE95EA-65BB-401F-8429-5E1AC8ED273E}" destId="{47AC73AA-247C-42BB-BD42-EBFCFEEE583B}" srcOrd="2" destOrd="0" presId="urn:microsoft.com/office/officeart/2008/layout/LinedList"/>
    <dgm:cxn modelId="{4AE2C7D3-BD13-4555-B9DA-00A181A62F0C}" type="presParOf" srcId="{47AC73AA-247C-42BB-BD42-EBFCFEEE583B}" destId="{34FBF23A-3F7E-4C8B-B769-E29C4B2EA8A2}" srcOrd="0" destOrd="0" presId="urn:microsoft.com/office/officeart/2008/layout/LinedList"/>
    <dgm:cxn modelId="{E2AF25D5-A838-433E-AD1B-45613485A6B1}" type="presParOf" srcId="{34FBF23A-3F7E-4C8B-B769-E29C4B2EA8A2}" destId="{C83D60F6-DDD0-4923-BC7F-841548E7CAF4}" srcOrd="0" destOrd="0" presId="urn:microsoft.com/office/officeart/2008/layout/LinedList"/>
    <dgm:cxn modelId="{F37868BE-10FC-4F4E-A970-CD79EA217612}" type="presParOf" srcId="{34FBF23A-3F7E-4C8B-B769-E29C4B2EA8A2}" destId="{B81FDF83-10DC-4AEA-8CC8-7AC36B4819DD}" srcOrd="1" destOrd="0" presId="urn:microsoft.com/office/officeart/2008/layout/LinedList"/>
    <dgm:cxn modelId="{CAEE9362-4F09-4C1F-BFF0-9D8E2243ED5A}" type="presParOf" srcId="{34FBF23A-3F7E-4C8B-B769-E29C4B2EA8A2}" destId="{5974A6EF-30C9-4723-A767-5F1D691CC3E0}" srcOrd="2" destOrd="0" presId="urn:microsoft.com/office/officeart/2008/layout/LinedList"/>
    <dgm:cxn modelId="{156A10D5-EF68-405E-AAAA-5D2F9FE3B44F}" type="presParOf" srcId="{47AC73AA-247C-42BB-BD42-EBFCFEEE583B}" destId="{AABA3661-DF51-4576-B4FC-8B2031E686C1}" srcOrd="1" destOrd="0" presId="urn:microsoft.com/office/officeart/2008/layout/LinedList"/>
    <dgm:cxn modelId="{8324EB5B-723C-4606-90CF-E8DEEB53C684}" type="presParOf" srcId="{47AC73AA-247C-42BB-BD42-EBFCFEEE583B}" destId="{4F0F036D-EE20-4D70-895D-16C92AA57AB7}" srcOrd="2" destOrd="0" presId="urn:microsoft.com/office/officeart/2008/layout/LinedList"/>
    <dgm:cxn modelId="{658B1050-C196-45B6-837A-938A84B1B274}" type="presParOf" srcId="{4F0F036D-EE20-4D70-895D-16C92AA57AB7}" destId="{8FBEB75C-D429-4104-AA24-E6AB1B2820BC}" srcOrd="0" destOrd="0" presId="urn:microsoft.com/office/officeart/2008/layout/LinedList"/>
    <dgm:cxn modelId="{3C099A74-1D53-4043-9686-2C651F4221AA}" type="presParOf" srcId="{4F0F036D-EE20-4D70-895D-16C92AA57AB7}" destId="{C7BF9613-B5BF-4A57-A85A-DD4482817925}" srcOrd="1" destOrd="0" presId="urn:microsoft.com/office/officeart/2008/layout/LinedList"/>
    <dgm:cxn modelId="{EB754D75-AD77-4D48-911E-4B01569C92F3}" type="presParOf" srcId="{4F0F036D-EE20-4D70-895D-16C92AA57AB7}" destId="{E66EE439-3069-4754-9DFC-734AC7C3033B}" srcOrd="2" destOrd="0" presId="urn:microsoft.com/office/officeart/2008/layout/LinedList"/>
    <dgm:cxn modelId="{485A188A-7B94-4C37-A41D-12BA9FE3F232}" type="presParOf" srcId="{47AC73AA-247C-42BB-BD42-EBFCFEEE583B}" destId="{418182A7-6197-4C98-881F-725739939B37}" srcOrd="3" destOrd="0" presId="urn:microsoft.com/office/officeart/2008/layout/LinedList"/>
    <dgm:cxn modelId="{BEC6F6C3-CE80-4B58-9FA4-380290C742AF}" type="presParOf" srcId="{47AC73AA-247C-42BB-BD42-EBFCFEEE583B}" destId="{75E322D8-C7B5-4531-AB29-97DC73FA6D16}" srcOrd="4" destOrd="0" presId="urn:microsoft.com/office/officeart/2008/layout/LinedList"/>
    <dgm:cxn modelId="{EE8ADE23-2C37-4CFC-930F-D2D226622B19}" type="presParOf" srcId="{75E322D8-C7B5-4531-AB29-97DC73FA6D16}" destId="{8B94474E-C070-44CE-A047-D99FAC8F40A5}" srcOrd="0" destOrd="0" presId="urn:microsoft.com/office/officeart/2008/layout/LinedList"/>
    <dgm:cxn modelId="{49FD0DE0-AEA1-4D6E-A73A-2CD657A72F59}" type="presParOf" srcId="{75E322D8-C7B5-4531-AB29-97DC73FA6D16}" destId="{95D47D56-5E74-4E41-A9AA-CB9B1C71F188}" srcOrd="1" destOrd="0" presId="urn:microsoft.com/office/officeart/2008/layout/LinedList"/>
    <dgm:cxn modelId="{9DFEEE93-3A2D-4297-8591-A08DFEA7341D}" type="presParOf" srcId="{75E322D8-C7B5-4531-AB29-97DC73FA6D16}" destId="{7B8A30A7-A9C7-492C-BE5A-EAB4ED42D688}" srcOrd="2" destOrd="0" presId="urn:microsoft.com/office/officeart/2008/layout/LinedList"/>
    <dgm:cxn modelId="{5E45981D-4028-4604-8B5B-831A2AEDB039}" type="presParOf" srcId="{F11E4221-02E7-4959-907B-6882345CBFEA}" destId="{B924152E-6F85-4A37-85C4-C1EC615F859A}" srcOrd="5" destOrd="0" presId="urn:microsoft.com/office/officeart/2008/layout/LinedList"/>
    <dgm:cxn modelId="{5EF194E7-7EE7-4238-8051-2E11EBAE4F69}" type="presParOf" srcId="{F11E4221-02E7-4959-907B-6882345CBFEA}" destId="{8DA793D8-8737-46EC-807F-46B1A704ABCE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BCAA0-FF19-4099-B6FD-6ABFB34159F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714E328-37D1-4AEC-994E-D43D9BD7C801}">
      <dgm:prSet phldrT="[Текст]"/>
      <dgm:spPr/>
      <dgm:t>
        <a:bodyPr/>
        <a:lstStyle/>
        <a:p>
          <a:r>
            <a:rPr lang="ru-RU" dirty="0"/>
            <a:t>Задачи</a:t>
          </a:r>
        </a:p>
      </dgm:t>
    </dgm:pt>
    <dgm:pt modelId="{6119F0F5-F8AA-415C-B8A8-CE9AE9387D52}" type="parTrans" cxnId="{063FE6CE-3290-460A-ACEC-38CEFAA9A744}">
      <dgm:prSet/>
      <dgm:spPr/>
      <dgm:t>
        <a:bodyPr/>
        <a:lstStyle/>
        <a:p>
          <a:endParaRPr lang="ru-RU"/>
        </a:p>
      </dgm:t>
    </dgm:pt>
    <dgm:pt modelId="{C2C82F60-E9B0-417C-8443-D9B5FD2617F0}" type="sibTrans" cxnId="{063FE6CE-3290-460A-ACEC-38CEFAA9A744}">
      <dgm:prSet/>
      <dgm:spPr/>
      <dgm:t>
        <a:bodyPr/>
        <a:lstStyle/>
        <a:p>
          <a:endParaRPr lang="ru-RU"/>
        </a:p>
      </dgm:t>
    </dgm:pt>
    <dgm:pt modelId="{A92AEB1C-995D-4255-8DF3-49F918CAB58D}">
      <dgm:prSet phldrT="[Текст]"/>
      <dgm:spPr/>
      <dgm:t>
        <a:bodyPr/>
        <a:lstStyle/>
        <a:p>
          <a:r>
            <a:rPr lang="ru-RU" dirty="0"/>
            <a:t>Вывести зависимость </a:t>
          </a:r>
          <a:r>
            <a:rPr lang="en-US" dirty="0"/>
            <a:t>L(</a:t>
          </a:r>
          <a:r>
            <a:rPr lang="el-GR" dirty="0"/>
            <a:t>σ</a:t>
          </a:r>
          <a:r>
            <a:rPr lang="en-US" dirty="0"/>
            <a:t>)</a:t>
          </a:r>
          <a:endParaRPr lang="ru-RU" dirty="0"/>
        </a:p>
      </dgm:t>
    </dgm:pt>
    <dgm:pt modelId="{C60F2E63-7D17-4F13-AB93-C6C8EC48CF6F}" type="parTrans" cxnId="{FA3B45B1-04A4-4E8F-AF69-AD7CA66A236D}">
      <dgm:prSet/>
      <dgm:spPr/>
      <dgm:t>
        <a:bodyPr/>
        <a:lstStyle/>
        <a:p>
          <a:endParaRPr lang="ru-RU"/>
        </a:p>
      </dgm:t>
    </dgm:pt>
    <dgm:pt modelId="{3008A579-1172-4C0F-ACC2-BD09840D458B}" type="sibTrans" cxnId="{FA3B45B1-04A4-4E8F-AF69-AD7CA66A236D}">
      <dgm:prSet/>
      <dgm:spPr/>
      <dgm:t>
        <a:bodyPr/>
        <a:lstStyle/>
        <a:p>
          <a:endParaRPr lang="ru-RU"/>
        </a:p>
      </dgm:t>
    </dgm:pt>
    <dgm:pt modelId="{FBA3273A-E2E1-457D-A5C7-C0E6B426906B}">
      <dgm:prSet phldrT="[Текст]"/>
      <dgm:spPr/>
      <dgm:t>
        <a:bodyPr/>
        <a:lstStyle/>
        <a:p>
          <a:r>
            <a:rPr lang="ru-RU" dirty="0"/>
            <a:t>Подключить необходимые библиотеки</a:t>
          </a:r>
        </a:p>
      </dgm:t>
    </dgm:pt>
    <dgm:pt modelId="{160CCA2D-7C66-4F3A-B0D8-BD3D8BAE07E7}" type="sibTrans" cxnId="{2F6D0BA7-906E-4C96-8BEE-83FD4D9A110D}">
      <dgm:prSet/>
      <dgm:spPr/>
      <dgm:t>
        <a:bodyPr/>
        <a:lstStyle/>
        <a:p>
          <a:endParaRPr lang="ru-RU"/>
        </a:p>
      </dgm:t>
    </dgm:pt>
    <dgm:pt modelId="{F73EB5B8-EB49-462A-AD4F-3F37F5E8DF17}" type="parTrans" cxnId="{2F6D0BA7-906E-4C96-8BEE-83FD4D9A110D}">
      <dgm:prSet/>
      <dgm:spPr/>
      <dgm:t>
        <a:bodyPr/>
        <a:lstStyle/>
        <a:p>
          <a:endParaRPr lang="ru-RU"/>
        </a:p>
      </dgm:t>
    </dgm:pt>
    <dgm:pt modelId="{372B52BA-BD66-4EB2-91E0-49F43C1384FB}">
      <dgm:prSet phldrT="[Текст]"/>
      <dgm:spPr/>
      <dgm:t>
        <a:bodyPr/>
        <a:lstStyle/>
        <a:p>
          <a:r>
            <a:rPr lang="ru-RU" dirty="0"/>
            <a:t>Создать скрипт на </a:t>
          </a:r>
          <a:r>
            <a:rPr lang="en-US" dirty="0"/>
            <a:t>Python</a:t>
          </a:r>
          <a:endParaRPr lang="ru-RU" dirty="0"/>
        </a:p>
      </dgm:t>
    </dgm:pt>
    <dgm:pt modelId="{7C89F0BB-E4BE-42EB-B19F-6910CED7E89B}" type="sibTrans" cxnId="{B487E59F-2340-4E09-B4E6-B659D20455EF}">
      <dgm:prSet/>
      <dgm:spPr/>
      <dgm:t>
        <a:bodyPr/>
        <a:lstStyle/>
        <a:p>
          <a:endParaRPr lang="ru-RU"/>
        </a:p>
      </dgm:t>
    </dgm:pt>
    <dgm:pt modelId="{9229C314-5E26-4D75-8FB5-07447784A904}" type="parTrans" cxnId="{B487E59F-2340-4E09-B4E6-B659D20455EF}">
      <dgm:prSet/>
      <dgm:spPr/>
      <dgm:t>
        <a:bodyPr/>
        <a:lstStyle/>
        <a:p>
          <a:endParaRPr lang="ru-RU"/>
        </a:p>
      </dgm:t>
    </dgm:pt>
    <dgm:pt modelId="{2B50FD04-B41B-4681-A755-F1025A672362}">
      <dgm:prSet phldrT="[Текст]"/>
      <dgm:spPr/>
      <dgm:t>
        <a:bodyPr/>
        <a:lstStyle/>
        <a:p>
          <a:r>
            <a:rPr lang="ru-RU" dirty="0"/>
            <a:t>Написать функцию </a:t>
          </a:r>
          <a:r>
            <a:rPr lang="en-US" dirty="0"/>
            <a:t>L(</a:t>
          </a:r>
          <a:r>
            <a:rPr lang="el-GR" dirty="0"/>
            <a:t>σ</a:t>
          </a:r>
          <a:r>
            <a:rPr lang="en-US" dirty="0"/>
            <a:t>)</a:t>
          </a:r>
          <a:endParaRPr lang="ru-RU" dirty="0"/>
        </a:p>
      </dgm:t>
    </dgm:pt>
    <dgm:pt modelId="{43677805-2D04-41BB-8941-C968B3C0154F}" type="parTrans" cxnId="{507E38D4-6920-4585-BD36-17E00FC258EC}">
      <dgm:prSet/>
      <dgm:spPr/>
      <dgm:t>
        <a:bodyPr/>
        <a:lstStyle/>
        <a:p>
          <a:endParaRPr lang="ru-RU"/>
        </a:p>
      </dgm:t>
    </dgm:pt>
    <dgm:pt modelId="{990CB6BB-9FCB-4A0D-8E70-005166DFCBD7}" type="sibTrans" cxnId="{507E38D4-6920-4585-BD36-17E00FC258EC}">
      <dgm:prSet/>
      <dgm:spPr/>
      <dgm:t>
        <a:bodyPr/>
        <a:lstStyle/>
        <a:p>
          <a:endParaRPr lang="ru-RU"/>
        </a:p>
      </dgm:t>
    </dgm:pt>
    <dgm:pt modelId="{D8BD09BE-132F-4B1B-87B4-4EFF28397F58}">
      <dgm:prSet phldrT="[Текст]"/>
      <dgm:spPr/>
      <dgm:t>
        <a:bodyPr/>
        <a:lstStyle/>
        <a:p>
          <a:r>
            <a:rPr lang="ru-RU" dirty="0"/>
            <a:t>Создать диаграмму по полученным значениям</a:t>
          </a:r>
        </a:p>
      </dgm:t>
    </dgm:pt>
    <dgm:pt modelId="{A8F8107B-3499-4AB1-A916-D9C1334C3EC7}" type="parTrans" cxnId="{110826A3-990E-4F58-B4A2-D62E4DE6FF11}">
      <dgm:prSet/>
      <dgm:spPr/>
      <dgm:t>
        <a:bodyPr/>
        <a:lstStyle/>
        <a:p>
          <a:endParaRPr lang="ru-RU"/>
        </a:p>
      </dgm:t>
    </dgm:pt>
    <dgm:pt modelId="{92C12FAD-5681-4024-8A9A-17B9A6F601A3}" type="sibTrans" cxnId="{110826A3-990E-4F58-B4A2-D62E4DE6FF11}">
      <dgm:prSet/>
      <dgm:spPr/>
      <dgm:t>
        <a:bodyPr/>
        <a:lstStyle/>
        <a:p>
          <a:endParaRPr lang="ru-RU"/>
        </a:p>
      </dgm:t>
    </dgm:pt>
    <dgm:pt modelId="{30F64F8A-7476-48A1-9CBA-3DFB2940E055}" type="pres">
      <dgm:prSet presAssocID="{ECDBCAA0-FF19-4099-B6FD-6ABFB34159F4}" presName="vert0" presStyleCnt="0">
        <dgm:presLayoutVars>
          <dgm:dir/>
          <dgm:animOne val="branch"/>
          <dgm:animLvl val="lvl"/>
        </dgm:presLayoutVars>
      </dgm:prSet>
      <dgm:spPr/>
    </dgm:pt>
    <dgm:pt modelId="{31C334AE-1546-4BB3-8130-E389163461B1}" type="pres">
      <dgm:prSet presAssocID="{E714E328-37D1-4AEC-994E-D43D9BD7C801}" presName="thickLine" presStyleLbl="alignNode1" presStyleIdx="0" presStyleCnt="1"/>
      <dgm:spPr/>
    </dgm:pt>
    <dgm:pt modelId="{F6B63E86-49CE-4B79-B643-53CA0796ED02}" type="pres">
      <dgm:prSet presAssocID="{E714E328-37D1-4AEC-994E-D43D9BD7C801}" presName="horz1" presStyleCnt="0"/>
      <dgm:spPr/>
    </dgm:pt>
    <dgm:pt modelId="{7B25EAF3-0A18-457A-B2EC-6E0F4540A3BF}" type="pres">
      <dgm:prSet presAssocID="{E714E328-37D1-4AEC-994E-D43D9BD7C801}" presName="tx1" presStyleLbl="revTx" presStyleIdx="0" presStyleCnt="6"/>
      <dgm:spPr/>
    </dgm:pt>
    <dgm:pt modelId="{F11E4221-02E7-4959-907B-6882345CBFEA}" type="pres">
      <dgm:prSet presAssocID="{E714E328-37D1-4AEC-994E-D43D9BD7C801}" presName="vert1" presStyleCnt="0"/>
      <dgm:spPr/>
    </dgm:pt>
    <dgm:pt modelId="{EC772052-0409-41AA-BC3B-B4873861BBF5}" type="pres">
      <dgm:prSet presAssocID="{A92AEB1C-995D-4255-8DF3-49F918CAB58D}" presName="vertSpace2a" presStyleCnt="0"/>
      <dgm:spPr/>
    </dgm:pt>
    <dgm:pt modelId="{8D7F7DA9-4E71-498C-A651-FF52D45A61D6}" type="pres">
      <dgm:prSet presAssocID="{A92AEB1C-995D-4255-8DF3-49F918CAB58D}" presName="horz2" presStyleCnt="0"/>
      <dgm:spPr/>
    </dgm:pt>
    <dgm:pt modelId="{A3084DFA-2DAF-4568-8344-684B98C97E7B}" type="pres">
      <dgm:prSet presAssocID="{A92AEB1C-995D-4255-8DF3-49F918CAB58D}" presName="horzSpace2" presStyleCnt="0"/>
      <dgm:spPr/>
    </dgm:pt>
    <dgm:pt modelId="{AA4454DF-E683-47BC-8889-A40798187691}" type="pres">
      <dgm:prSet presAssocID="{A92AEB1C-995D-4255-8DF3-49F918CAB58D}" presName="tx2" presStyleLbl="revTx" presStyleIdx="1" presStyleCnt="6"/>
      <dgm:spPr/>
    </dgm:pt>
    <dgm:pt modelId="{D5634566-F26F-4C28-B320-06E7FD8874F2}" type="pres">
      <dgm:prSet presAssocID="{A92AEB1C-995D-4255-8DF3-49F918CAB58D}" presName="vert2" presStyleCnt="0"/>
      <dgm:spPr/>
    </dgm:pt>
    <dgm:pt modelId="{D5EC3A46-DA89-4D61-89D9-876DA0B5EB39}" type="pres">
      <dgm:prSet presAssocID="{A92AEB1C-995D-4255-8DF3-49F918CAB58D}" presName="thinLine2b" presStyleLbl="callout" presStyleIdx="0" presStyleCnt="4"/>
      <dgm:spPr/>
    </dgm:pt>
    <dgm:pt modelId="{222580DD-4CCE-4099-AC00-FC53988C0F4E}" type="pres">
      <dgm:prSet presAssocID="{A92AEB1C-995D-4255-8DF3-49F918CAB58D}" presName="vertSpace2b" presStyleCnt="0"/>
      <dgm:spPr/>
    </dgm:pt>
    <dgm:pt modelId="{ADDE95EA-65BB-401F-8429-5E1AC8ED273E}" type="pres">
      <dgm:prSet presAssocID="{372B52BA-BD66-4EB2-91E0-49F43C1384FB}" presName="horz2" presStyleCnt="0"/>
      <dgm:spPr/>
    </dgm:pt>
    <dgm:pt modelId="{C0E964F4-356C-4A08-BB5C-7098C077FE7D}" type="pres">
      <dgm:prSet presAssocID="{372B52BA-BD66-4EB2-91E0-49F43C1384FB}" presName="horzSpace2" presStyleCnt="0"/>
      <dgm:spPr/>
    </dgm:pt>
    <dgm:pt modelId="{EF79D1E1-28FC-4B21-93BF-D42DDD895FB9}" type="pres">
      <dgm:prSet presAssocID="{372B52BA-BD66-4EB2-91E0-49F43C1384FB}" presName="tx2" presStyleLbl="revTx" presStyleIdx="2" presStyleCnt="6"/>
      <dgm:spPr/>
    </dgm:pt>
    <dgm:pt modelId="{47AC73AA-247C-42BB-BD42-EBFCFEEE583B}" type="pres">
      <dgm:prSet presAssocID="{372B52BA-BD66-4EB2-91E0-49F43C1384FB}" presName="vert2" presStyleCnt="0"/>
      <dgm:spPr/>
    </dgm:pt>
    <dgm:pt modelId="{34FBF23A-3F7E-4C8B-B769-E29C4B2EA8A2}" type="pres">
      <dgm:prSet presAssocID="{FBA3273A-E2E1-457D-A5C7-C0E6B426906B}" presName="horz3" presStyleCnt="0"/>
      <dgm:spPr/>
    </dgm:pt>
    <dgm:pt modelId="{C83D60F6-DDD0-4923-BC7F-841548E7CAF4}" type="pres">
      <dgm:prSet presAssocID="{FBA3273A-E2E1-457D-A5C7-C0E6B426906B}" presName="horzSpace3" presStyleCnt="0"/>
      <dgm:spPr/>
    </dgm:pt>
    <dgm:pt modelId="{B81FDF83-10DC-4AEA-8CC8-7AC36B4819DD}" type="pres">
      <dgm:prSet presAssocID="{FBA3273A-E2E1-457D-A5C7-C0E6B426906B}" presName="tx3" presStyleLbl="revTx" presStyleIdx="3" presStyleCnt="6"/>
      <dgm:spPr/>
    </dgm:pt>
    <dgm:pt modelId="{5974A6EF-30C9-4723-A767-5F1D691CC3E0}" type="pres">
      <dgm:prSet presAssocID="{FBA3273A-E2E1-457D-A5C7-C0E6B426906B}" presName="vert3" presStyleCnt="0"/>
      <dgm:spPr/>
    </dgm:pt>
    <dgm:pt modelId="{AABA3661-DF51-4576-B4FC-8B2031E686C1}" type="pres">
      <dgm:prSet presAssocID="{160CCA2D-7C66-4F3A-B0D8-BD3D8BAE07E7}" presName="thinLine3" presStyleLbl="callout" presStyleIdx="1" presStyleCnt="4"/>
      <dgm:spPr/>
    </dgm:pt>
    <dgm:pt modelId="{4F0F036D-EE20-4D70-895D-16C92AA57AB7}" type="pres">
      <dgm:prSet presAssocID="{2B50FD04-B41B-4681-A755-F1025A672362}" presName="horz3" presStyleCnt="0"/>
      <dgm:spPr/>
    </dgm:pt>
    <dgm:pt modelId="{8FBEB75C-D429-4104-AA24-E6AB1B2820BC}" type="pres">
      <dgm:prSet presAssocID="{2B50FD04-B41B-4681-A755-F1025A672362}" presName="horzSpace3" presStyleCnt="0"/>
      <dgm:spPr/>
    </dgm:pt>
    <dgm:pt modelId="{C7BF9613-B5BF-4A57-A85A-DD4482817925}" type="pres">
      <dgm:prSet presAssocID="{2B50FD04-B41B-4681-A755-F1025A672362}" presName="tx3" presStyleLbl="revTx" presStyleIdx="4" presStyleCnt="6"/>
      <dgm:spPr/>
    </dgm:pt>
    <dgm:pt modelId="{E66EE439-3069-4754-9DFC-734AC7C3033B}" type="pres">
      <dgm:prSet presAssocID="{2B50FD04-B41B-4681-A755-F1025A672362}" presName="vert3" presStyleCnt="0"/>
      <dgm:spPr/>
    </dgm:pt>
    <dgm:pt modelId="{418182A7-6197-4C98-881F-725739939B37}" type="pres">
      <dgm:prSet presAssocID="{990CB6BB-9FCB-4A0D-8E70-005166DFCBD7}" presName="thinLine3" presStyleLbl="callout" presStyleIdx="2" presStyleCnt="4"/>
      <dgm:spPr/>
    </dgm:pt>
    <dgm:pt modelId="{75E322D8-C7B5-4531-AB29-97DC73FA6D16}" type="pres">
      <dgm:prSet presAssocID="{D8BD09BE-132F-4B1B-87B4-4EFF28397F58}" presName="horz3" presStyleCnt="0"/>
      <dgm:spPr/>
    </dgm:pt>
    <dgm:pt modelId="{8B94474E-C070-44CE-A047-D99FAC8F40A5}" type="pres">
      <dgm:prSet presAssocID="{D8BD09BE-132F-4B1B-87B4-4EFF28397F58}" presName="horzSpace3" presStyleCnt="0"/>
      <dgm:spPr/>
    </dgm:pt>
    <dgm:pt modelId="{95D47D56-5E74-4E41-A9AA-CB9B1C71F188}" type="pres">
      <dgm:prSet presAssocID="{D8BD09BE-132F-4B1B-87B4-4EFF28397F58}" presName="tx3" presStyleLbl="revTx" presStyleIdx="5" presStyleCnt="6"/>
      <dgm:spPr/>
    </dgm:pt>
    <dgm:pt modelId="{7B8A30A7-A9C7-492C-BE5A-EAB4ED42D688}" type="pres">
      <dgm:prSet presAssocID="{D8BD09BE-132F-4B1B-87B4-4EFF28397F58}" presName="vert3" presStyleCnt="0"/>
      <dgm:spPr/>
    </dgm:pt>
    <dgm:pt modelId="{B924152E-6F85-4A37-85C4-C1EC615F859A}" type="pres">
      <dgm:prSet presAssocID="{372B52BA-BD66-4EB2-91E0-49F43C1384FB}" presName="thinLine2b" presStyleLbl="callout" presStyleIdx="3" presStyleCnt="4"/>
      <dgm:spPr/>
    </dgm:pt>
    <dgm:pt modelId="{8DA793D8-8737-46EC-807F-46B1A704ABCE}" type="pres">
      <dgm:prSet presAssocID="{372B52BA-BD66-4EB2-91E0-49F43C1384FB}" presName="vertSpace2b" presStyleCnt="0"/>
      <dgm:spPr/>
    </dgm:pt>
  </dgm:ptLst>
  <dgm:cxnLst>
    <dgm:cxn modelId="{56503435-E060-4CA8-8386-EF3230D6DAE3}" type="presOf" srcId="{372B52BA-BD66-4EB2-91E0-49F43C1384FB}" destId="{EF79D1E1-28FC-4B21-93BF-D42DDD895FB9}" srcOrd="0" destOrd="0" presId="urn:microsoft.com/office/officeart/2008/layout/LinedList"/>
    <dgm:cxn modelId="{4059BE4A-EB35-4F9E-8A79-1FF3D0E99B69}" type="presOf" srcId="{FBA3273A-E2E1-457D-A5C7-C0E6B426906B}" destId="{B81FDF83-10DC-4AEA-8CC8-7AC36B4819DD}" srcOrd="0" destOrd="0" presId="urn:microsoft.com/office/officeart/2008/layout/LinedList"/>
    <dgm:cxn modelId="{4D93F66A-44AF-4011-A883-C1A18A412495}" type="presOf" srcId="{A92AEB1C-995D-4255-8DF3-49F918CAB58D}" destId="{AA4454DF-E683-47BC-8889-A40798187691}" srcOrd="0" destOrd="0" presId="urn:microsoft.com/office/officeart/2008/layout/LinedList"/>
    <dgm:cxn modelId="{4B3A1458-C3EB-4898-B410-FD24601DA701}" type="presOf" srcId="{D8BD09BE-132F-4B1B-87B4-4EFF28397F58}" destId="{95D47D56-5E74-4E41-A9AA-CB9B1C71F188}" srcOrd="0" destOrd="0" presId="urn:microsoft.com/office/officeart/2008/layout/LinedList"/>
    <dgm:cxn modelId="{77372B9E-39E4-4027-86AB-91D6FB6504EA}" type="presOf" srcId="{E714E328-37D1-4AEC-994E-D43D9BD7C801}" destId="{7B25EAF3-0A18-457A-B2EC-6E0F4540A3BF}" srcOrd="0" destOrd="0" presId="urn:microsoft.com/office/officeart/2008/layout/LinedList"/>
    <dgm:cxn modelId="{B487E59F-2340-4E09-B4E6-B659D20455EF}" srcId="{E714E328-37D1-4AEC-994E-D43D9BD7C801}" destId="{372B52BA-BD66-4EB2-91E0-49F43C1384FB}" srcOrd="1" destOrd="0" parTransId="{9229C314-5E26-4D75-8FB5-07447784A904}" sibTransId="{7C89F0BB-E4BE-42EB-B19F-6910CED7E89B}"/>
    <dgm:cxn modelId="{110826A3-990E-4F58-B4A2-D62E4DE6FF11}" srcId="{372B52BA-BD66-4EB2-91E0-49F43C1384FB}" destId="{D8BD09BE-132F-4B1B-87B4-4EFF28397F58}" srcOrd="2" destOrd="0" parTransId="{A8F8107B-3499-4AB1-A916-D9C1334C3EC7}" sibTransId="{92C12FAD-5681-4024-8A9A-17B9A6F601A3}"/>
    <dgm:cxn modelId="{2F6D0BA7-906E-4C96-8BEE-83FD4D9A110D}" srcId="{372B52BA-BD66-4EB2-91E0-49F43C1384FB}" destId="{FBA3273A-E2E1-457D-A5C7-C0E6B426906B}" srcOrd="0" destOrd="0" parTransId="{F73EB5B8-EB49-462A-AD4F-3F37F5E8DF17}" sibTransId="{160CCA2D-7C66-4F3A-B0D8-BD3D8BAE07E7}"/>
    <dgm:cxn modelId="{FA3B45B1-04A4-4E8F-AF69-AD7CA66A236D}" srcId="{E714E328-37D1-4AEC-994E-D43D9BD7C801}" destId="{A92AEB1C-995D-4255-8DF3-49F918CAB58D}" srcOrd="0" destOrd="0" parTransId="{C60F2E63-7D17-4F13-AB93-C6C8EC48CF6F}" sibTransId="{3008A579-1172-4C0F-ACC2-BD09840D458B}"/>
    <dgm:cxn modelId="{063FE6CE-3290-460A-ACEC-38CEFAA9A744}" srcId="{ECDBCAA0-FF19-4099-B6FD-6ABFB34159F4}" destId="{E714E328-37D1-4AEC-994E-D43D9BD7C801}" srcOrd="0" destOrd="0" parTransId="{6119F0F5-F8AA-415C-B8A8-CE9AE9387D52}" sibTransId="{C2C82F60-E9B0-417C-8443-D9B5FD2617F0}"/>
    <dgm:cxn modelId="{507E38D4-6920-4585-BD36-17E00FC258EC}" srcId="{372B52BA-BD66-4EB2-91E0-49F43C1384FB}" destId="{2B50FD04-B41B-4681-A755-F1025A672362}" srcOrd="1" destOrd="0" parTransId="{43677805-2D04-41BB-8941-C968B3C0154F}" sibTransId="{990CB6BB-9FCB-4A0D-8E70-005166DFCBD7}"/>
    <dgm:cxn modelId="{BCAEF0D9-96AD-4D6B-9FAA-A31EC993707B}" type="presOf" srcId="{ECDBCAA0-FF19-4099-B6FD-6ABFB34159F4}" destId="{30F64F8A-7476-48A1-9CBA-3DFB2940E055}" srcOrd="0" destOrd="0" presId="urn:microsoft.com/office/officeart/2008/layout/LinedList"/>
    <dgm:cxn modelId="{4EF638DF-BC76-4373-A24B-3EB5EED3E35B}" type="presOf" srcId="{2B50FD04-B41B-4681-A755-F1025A672362}" destId="{C7BF9613-B5BF-4A57-A85A-DD4482817925}" srcOrd="0" destOrd="0" presId="urn:microsoft.com/office/officeart/2008/layout/LinedList"/>
    <dgm:cxn modelId="{CA4CFD73-D8F4-4D7E-98CD-4A279224C6A0}" type="presParOf" srcId="{30F64F8A-7476-48A1-9CBA-3DFB2940E055}" destId="{31C334AE-1546-4BB3-8130-E389163461B1}" srcOrd="0" destOrd="0" presId="urn:microsoft.com/office/officeart/2008/layout/LinedList"/>
    <dgm:cxn modelId="{851CE2C1-45EA-4D9B-A4F4-ABD236F9E84D}" type="presParOf" srcId="{30F64F8A-7476-48A1-9CBA-3DFB2940E055}" destId="{F6B63E86-49CE-4B79-B643-53CA0796ED02}" srcOrd="1" destOrd="0" presId="urn:microsoft.com/office/officeart/2008/layout/LinedList"/>
    <dgm:cxn modelId="{FEB902EB-5BC1-404E-8E0A-3E6E5AB5F629}" type="presParOf" srcId="{F6B63E86-49CE-4B79-B643-53CA0796ED02}" destId="{7B25EAF3-0A18-457A-B2EC-6E0F4540A3BF}" srcOrd="0" destOrd="0" presId="urn:microsoft.com/office/officeart/2008/layout/LinedList"/>
    <dgm:cxn modelId="{62064581-4B2C-418A-8AB3-5668E89B8729}" type="presParOf" srcId="{F6B63E86-49CE-4B79-B643-53CA0796ED02}" destId="{F11E4221-02E7-4959-907B-6882345CBFEA}" srcOrd="1" destOrd="0" presId="urn:microsoft.com/office/officeart/2008/layout/LinedList"/>
    <dgm:cxn modelId="{F9C1A4C6-74DA-477F-8008-BD062DE55DA9}" type="presParOf" srcId="{F11E4221-02E7-4959-907B-6882345CBFEA}" destId="{EC772052-0409-41AA-BC3B-B4873861BBF5}" srcOrd="0" destOrd="0" presId="urn:microsoft.com/office/officeart/2008/layout/LinedList"/>
    <dgm:cxn modelId="{39743796-D9AA-496F-8D15-FEF2A3CE6A40}" type="presParOf" srcId="{F11E4221-02E7-4959-907B-6882345CBFEA}" destId="{8D7F7DA9-4E71-498C-A651-FF52D45A61D6}" srcOrd="1" destOrd="0" presId="urn:microsoft.com/office/officeart/2008/layout/LinedList"/>
    <dgm:cxn modelId="{84FD910F-BFF1-47B1-B3FA-A95EDF739F06}" type="presParOf" srcId="{8D7F7DA9-4E71-498C-A651-FF52D45A61D6}" destId="{A3084DFA-2DAF-4568-8344-684B98C97E7B}" srcOrd="0" destOrd="0" presId="urn:microsoft.com/office/officeart/2008/layout/LinedList"/>
    <dgm:cxn modelId="{9CD58E37-B47D-4C8D-A3B0-009E48EDC5C1}" type="presParOf" srcId="{8D7F7DA9-4E71-498C-A651-FF52D45A61D6}" destId="{AA4454DF-E683-47BC-8889-A40798187691}" srcOrd="1" destOrd="0" presId="urn:microsoft.com/office/officeart/2008/layout/LinedList"/>
    <dgm:cxn modelId="{AB19C1CD-0DD1-40FA-B4E6-86F06A2F86CC}" type="presParOf" srcId="{8D7F7DA9-4E71-498C-A651-FF52D45A61D6}" destId="{D5634566-F26F-4C28-B320-06E7FD8874F2}" srcOrd="2" destOrd="0" presId="urn:microsoft.com/office/officeart/2008/layout/LinedList"/>
    <dgm:cxn modelId="{6511FAD9-9AAF-46E3-962F-8AE46523EE60}" type="presParOf" srcId="{F11E4221-02E7-4959-907B-6882345CBFEA}" destId="{D5EC3A46-DA89-4D61-89D9-876DA0B5EB39}" srcOrd="2" destOrd="0" presId="urn:microsoft.com/office/officeart/2008/layout/LinedList"/>
    <dgm:cxn modelId="{37A4A7E8-008C-41AD-BB95-784ED5A1EA54}" type="presParOf" srcId="{F11E4221-02E7-4959-907B-6882345CBFEA}" destId="{222580DD-4CCE-4099-AC00-FC53988C0F4E}" srcOrd="3" destOrd="0" presId="urn:microsoft.com/office/officeart/2008/layout/LinedList"/>
    <dgm:cxn modelId="{8DBB86C8-DDC6-45FB-B4F3-C329197B691A}" type="presParOf" srcId="{F11E4221-02E7-4959-907B-6882345CBFEA}" destId="{ADDE95EA-65BB-401F-8429-5E1AC8ED273E}" srcOrd="4" destOrd="0" presId="urn:microsoft.com/office/officeart/2008/layout/LinedList"/>
    <dgm:cxn modelId="{9A7A0000-F70C-438C-898A-18229C6C98A5}" type="presParOf" srcId="{ADDE95EA-65BB-401F-8429-5E1AC8ED273E}" destId="{C0E964F4-356C-4A08-BB5C-7098C077FE7D}" srcOrd="0" destOrd="0" presId="urn:microsoft.com/office/officeart/2008/layout/LinedList"/>
    <dgm:cxn modelId="{2D86F74E-795B-451D-BE64-F2706E9F1896}" type="presParOf" srcId="{ADDE95EA-65BB-401F-8429-5E1AC8ED273E}" destId="{EF79D1E1-28FC-4B21-93BF-D42DDD895FB9}" srcOrd="1" destOrd="0" presId="urn:microsoft.com/office/officeart/2008/layout/LinedList"/>
    <dgm:cxn modelId="{F0465400-A081-4AD5-80A5-F594496FB1BB}" type="presParOf" srcId="{ADDE95EA-65BB-401F-8429-5E1AC8ED273E}" destId="{47AC73AA-247C-42BB-BD42-EBFCFEEE583B}" srcOrd="2" destOrd="0" presId="urn:microsoft.com/office/officeart/2008/layout/LinedList"/>
    <dgm:cxn modelId="{9BADA34C-4E16-4136-BD05-274C79F00E84}" type="presParOf" srcId="{47AC73AA-247C-42BB-BD42-EBFCFEEE583B}" destId="{34FBF23A-3F7E-4C8B-B769-E29C4B2EA8A2}" srcOrd="0" destOrd="0" presId="urn:microsoft.com/office/officeart/2008/layout/LinedList"/>
    <dgm:cxn modelId="{F6B2E3D3-C344-434C-BDDF-E950014C2A66}" type="presParOf" srcId="{34FBF23A-3F7E-4C8B-B769-E29C4B2EA8A2}" destId="{C83D60F6-DDD0-4923-BC7F-841548E7CAF4}" srcOrd="0" destOrd="0" presId="urn:microsoft.com/office/officeart/2008/layout/LinedList"/>
    <dgm:cxn modelId="{ED2F62FB-6BBF-4726-AC00-971D2A45DD78}" type="presParOf" srcId="{34FBF23A-3F7E-4C8B-B769-E29C4B2EA8A2}" destId="{B81FDF83-10DC-4AEA-8CC8-7AC36B4819DD}" srcOrd="1" destOrd="0" presId="urn:microsoft.com/office/officeart/2008/layout/LinedList"/>
    <dgm:cxn modelId="{2B585EA2-2078-42DD-966A-448762AC641B}" type="presParOf" srcId="{34FBF23A-3F7E-4C8B-B769-E29C4B2EA8A2}" destId="{5974A6EF-30C9-4723-A767-5F1D691CC3E0}" srcOrd="2" destOrd="0" presId="urn:microsoft.com/office/officeart/2008/layout/LinedList"/>
    <dgm:cxn modelId="{F0842D32-43BD-47D0-8AAD-B65B248CD5CD}" type="presParOf" srcId="{47AC73AA-247C-42BB-BD42-EBFCFEEE583B}" destId="{AABA3661-DF51-4576-B4FC-8B2031E686C1}" srcOrd="1" destOrd="0" presId="urn:microsoft.com/office/officeart/2008/layout/LinedList"/>
    <dgm:cxn modelId="{851465FD-A280-4796-A988-664ACDACDDBE}" type="presParOf" srcId="{47AC73AA-247C-42BB-BD42-EBFCFEEE583B}" destId="{4F0F036D-EE20-4D70-895D-16C92AA57AB7}" srcOrd="2" destOrd="0" presId="urn:microsoft.com/office/officeart/2008/layout/LinedList"/>
    <dgm:cxn modelId="{802A80EB-6084-4D96-AB8B-504924A53570}" type="presParOf" srcId="{4F0F036D-EE20-4D70-895D-16C92AA57AB7}" destId="{8FBEB75C-D429-4104-AA24-E6AB1B2820BC}" srcOrd="0" destOrd="0" presId="urn:microsoft.com/office/officeart/2008/layout/LinedList"/>
    <dgm:cxn modelId="{B02EE30A-BB24-4473-B057-CCF68EC1A257}" type="presParOf" srcId="{4F0F036D-EE20-4D70-895D-16C92AA57AB7}" destId="{C7BF9613-B5BF-4A57-A85A-DD4482817925}" srcOrd="1" destOrd="0" presId="urn:microsoft.com/office/officeart/2008/layout/LinedList"/>
    <dgm:cxn modelId="{679C10FC-4E8D-4627-9CEB-759C2087A897}" type="presParOf" srcId="{4F0F036D-EE20-4D70-895D-16C92AA57AB7}" destId="{E66EE439-3069-4754-9DFC-734AC7C3033B}" srcOrd="2" destOrd="0" presId="urn:microsoft.com/office/officeart/2008/layout/LinedList"/>
    <dgm:cxn modelId="{02309F80-E60D-49B5-9E9E-B3816B2B831A}" type="presParOf" srcId="{47AC73AA-247C-42BB-BD42-EBFCFEEE583B}" destId="{418182A7-6197-4C98-881F-725739939B37}" srcOrd="3" destOrd="0" presId="urn:microsoft.com/office/officeart/2008/layout/LinedList"/>
    <dgm:cxn modelId="{2F865E16-FA55-4985-807E-88F312EEE903}" type="presParOf" srcId="{47AC73AA-247C-42BB-BD42-EBFCFEEE583B}" destId="{75E322D8-C7B5-4531-AB29-97DC73FA6D16}" srcOrd="4" destOrd="0" presId="urn:microsoft.com/office/officeart/2008/layout/LinedList"/>
    <dgm:cxn modelId="{A2A4BF3B-51E6-43E0-BC9A-49DEB00BDAEE}" type="presParOf" srcId="{75E322D8-C7B5-4531-AB29-97DC73FA6D16}" destId="{8B94474E-C070-44CE-A047-D99FAC8F40A5}" srcOrd="0" destOrd="0" presId="urn:microsoft.com/office/officeart/2008/layout/LinedList"/>
    <dgm:cxn modelId="{BEE33E3E-EAAC-4BAF-A860-6F50868FE1DF}" type="presParOf" srcId="{75E322D8-C7B5-4531-AB29-97DC73FA6D16}" destId="{95D47D56-5E74-4E41-A9AA-CB9B1C71F188}" srcOrd="1" destOrd="0" presId="urn:microsoft.com/office/officeart/2008/layout/LinedList"/>
    <dgm:cxn modelId="{FB1E39AA-9D0A-42D1-9BCD-64CFC74B2235}" type="presParOf" srcId="{75E322D8-C7B5-4531-AB29-97DC73FA6D16}" destId="{7B8A30A7-A9C7-492C-BE5A-EAB4ED42D688}" srcOrd="2" destOrd="0" presId="urn:microsoft.com/office/officeart/2008/layout/LinedList"/>
    <dgm:cxn modelId="{864288B2-D672-499F-9BA9-9B741917ABF2}" type="presParOf" srcId="{F11E4221-02E7-4959-907B-6882345CBFEA}" destId="{B924152E-6F85-4A37-85C4-C1EC615F859A}" srcOrd="5" destOrd="0" presId="urn:microsoft.com/office/officeart/2008/layout/LinedList"/>
    <dgm:cxn modelId="{0F9531EB-BD9A-48B4-A55C-9EF6EA74B3ED}" type="presParOf" srcId="{F11E4221-02E7-4959-907B-6882345CBFEA}" destId="{8DA793D8-8737-46EC-807F-46B1A704ABCE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334AE-1546-4BB3-8130-E389163461B1}">
      <dsp:nvSpPr>
        <dsp:cNvPr id="0" name=""/>
        <dsp:cNvSpPr/>
      </dsp:nvSpPr>
      <dsp:spPr>
        <a:xfrm>
          <a:off x="0" y="0"/>
          <a:ext cx="9935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5EAF3-0A18-457A-B2EC-6E0F4540A3BF}">
      <dsp:nvSpPr>
        <dsp:cNvPr id="0" name=""/>
        <dsp:cNvSpPr/>
      </dsp:nvSpPr>
      <dsp:spPr>
        <a:xfrm>
          <a:off x="0" y="0"/>
          <a:ext cx="1987089" cy="6064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kern="1200" dirty="0"/>
            <a:t>Задачи</a:t>
          </a:r>
        </a:p>
      </dsp:txBody>
      <dsp:txXfrm>
        <a:off x="0" y="0"/>
        <a:ext cx="1987089" cy="6064293"/>
      </dsp:txXfrm>
    </dsp:sp>
    <dsp:sp modelId="{3A2F01EA-0F07-41DD-A0E9-ED64E11A4C07}">
      <dsp:nvSpPr>
        <dsp:cNvPr id="0" name=""/>
        <dsp:cNvSpPr/>
      </dsp:nvSpPr>
      <dsp:spPr>
        <a:xfrm>
          <a:off x="2136120" y="140947"/>
          <a:ext cx="3825146" cy="2818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 dirty="0"/>
            <a:t>Вывести зависимость </a:t>
          </a:r>
          <a:r>
            <a:rPr lang="en-US" sz="5000" kern="1200" dirty="0"/>
            <a:t>L(</a:t>
          </a:r>
          <a:r>
            <a:rPr lang="el-GR" sz="5000" kern="1200" dirty="0"/>
            <a:t>σ</a:t>
          </a:r>
          <a:r>
            <a:rPr lang="en-US" sz="5000" kern="1200" dirty="0"/>
            <a:t>)</a:t>
          </a:r>
          <a:endParaRPr lang="ru-RU" sz="5000" kern="1200" dirty="0"/>
        </a:p>
      </dsp:txBody>
      <dsp:txXfrm>
        <a:off x="2136120" y="140947"/>
        <a:ext cx="3825146" cy="2818948"/>
      </dsp:txXfrm>
    </dsp:sp>
    <dsp:sp modelId="{2371B704-6CE7-46A1-BC21-30CCDDD4113A}">
      <dsp:nvSpPr>
        <dsp:cNvPr id="0" name=""/>
        <dsp:cNvSpPr/>
      </dsp:nvSpPr>
      <dsp:spPr>
        <a:xfrm>
          <a:off x="6110299" y="140947"/>
          <a:ext cx="3825146" cy="140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Решить геометрическую задачу</a:t>
          </a:r>
        </a:p>
      </dsp:txBody>
      <dsp:txXfrm>
        <a:off x="6110299" y="140947"/>
        <a:ext cx="3825146" cy="1409474"/>
      </dsp:txXfrm>
    </dsp:sp>
    <dsp:sp modelId="{034741AD-84C6-432C-973B-A955EA0C9C1D}">
      <dsp:nvSpPr>
        <dsp:cNvPr id="0" name=""/>
        <dsp:cNvSpPr/>
      </dsp:nvSpPr>
      <dsp:spPr>
        <a:xfrm>
          <a:off x="5961267" y="1550421"/>
          <a:ext cx="38251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D57CAF-DDEA-4DEF-9616-4F14B608AA98}">
      <dsp:nvSpPr>
        <dsp:cNvPr id="0" name=""/>
        <dsp:cNvSpPr/>
      </dsp:nvSpPr>
      <dsp:spPr>
        <a:xfrm>
          <a:off x="6110299" y="1550421"/>
          <a:ext cx="3825146" cy="140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Проверить диапазон возможных значений</a:t>
          </a:r>
        </a:p>
      </dsp:txBody>
      <dsp:txXfrm>
        <a:off x="6110299" y="1550421"/>
        <a:ext cx="3825146" cy="1409474"/>
      </dsp:txXfrm>
    </dsp:sp>
    <dsp:sp modelId="{2F833276-7D33-43BC-AAF3-5FD738E7BF5E}">
      <dsp:nvSpPr>
        <dsp:cNvPr id="0" name=""/>
        <dsp:cNvSpPr/>
      </dsp:nvSpPr>
      <dsp:spPr>
        <a:xfrm>
          <a:off x="1987089" y="2959896"/>
          <a:ext cx="79483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9D1E1-28FC-4B21-93BF-D42DDD895FB9}">
      <dsp:nvSpPr>
        <dsp:cNvPr id="0" name=""/>
        <dsp:cNvSpPr/>
      </dsp:nvSpPr>
      <dsp:spPr>
        <a:xfrm>
          <a:off x="2136120" y="3100843"/>
          <a:ext cx="3825146" cy="2818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 dirty="0"/>
            <a:t>Создать скрипт на </a:t>
          </a:r>
          <a:r>
            <a:rPr lang="en-US" sz="5000" kern="1200" dirty="0"/>
            <a:t>Python</a:t>
          </a:r>
          <a:endParaRPr lang="ru-RU" sz="5000" kern="1200" dirty="0"/>
        </a:p>
      </dsp:txBody>
      <dsp:txXfrm>
        <a:off x="2136120" y="3100843"/>
        <a:ext cx="3825146" cy="2818948"/>
      </dsp:txXfrm>
    </dsp:sp>
    <dsp:sp modelId="{B81FDF83-10DC-4AEA-8CC8-7AC36B4819DD}">
      <dsp:nvSpPr>
        <dsp:cNvPr id="0" name=""/>
        <dsp:cNvSpPr/>
      </dsp:nvSpPr>
      <dsp:spPr>
        <a:xfrm>
          <a:off x="6110299" y="3100843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Подключить необходимые библиотеки</a:t>
          </a:r>
        </a:p>
      </dsp:txBody>
      <dsp:txXfrm>
        <a:off x="6110299" y="3100843"/>
        <a:ext cx="3825146" cy="938731"/>
      </dsp:txXfrm>
    </dsp:sp>
    <dsp:sp modelId="{AABA3661-DF51-4576-B4FC-8B2031E686C1}">
      <dsp:nvSpPr>
        <dsp:cNvPr id="0" name=""/>
        <dsp:cNvSpPr/>
      </dsp:nvSpPr>
      <dsp:spPr>
        <a:xfrm>
          <a:off x="5961267" y="4039575"/>
          <a:ext cx="38251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F9613-B5BF-4A57-A85A-DD4482817925}">
      <dsp:nvSpPr>
        <dsp:cNvPr id="0" name=""/>
        <dsp:cNvSpPr/>
      </dsp:nvSpPr>
      <dsp:spPr>
        <a:xfrm>
          <a:off x="6110299" y="4039575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Написать функцию </a:t>
          </a:r>
          <a:r>
            <a:rPr lang="en-US" sz="2500" kern="1200" dirty="0"/>
            <a:t>L(</a:t>
          </a:r>
          <a:r>
            <a:rPr lang="el-GR" sz="2500" kern="1200" dirty="0"/>
            <a:t>σ</a:t>
          </a:r>
          <a:r>
            <a:rPr lang="en-US" sz="2500" kern="1200" dirty="0"/>
            <a:t>)</a:t>
          </a:r>
          <a:endParaRPr lang="ru-RU" sz="2500" kern="1200" dirty="0"/>
        </a:p>
      </dsp:txBody>
      <dsp:txXfrm>
        <a:off x="6110299" y="4039575"/>
        <a:ext cx="3825146" cy="938731"/>
      </dsp:txXfrm>
    </dsp:sp>
    <dsp:sp modelId="{418182A7-6197-4C98-881F-725739939B37}">
      <dsp:nvSpPr>
        <dsp:cNvPr id="0" name=""/>
        <dsp:cNvSpPr/>
      </dsp:nvSpPr>
      <dsp:spPr>
        <a:xfrm>
          <a:off x="5961267" y="4978307"/>
          <a:ext cx="38251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47D56-5E74-4E41-A9AA-CB9B1C71F188}">
      <dsp:nvSpPr>
        <dsp:cNvPr id="0" name=""/>
        <dsp:cNvSpPr/>
      </dsp:nvSpPr>
      <dsp:spPr>
        <a:xfrm>
          <a:off x="6110299" y="4978307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Создать диаграмму по полученным значениям</a:t>
          </a:r>
        </a:p>
      </dsp:txBody>
      <dsp:txXfrm>
        <a:off x="6110299" y="4978307"/>
        <a:ext cx="3825146" cy="938731"/>
      </dsp:txXfrm>
    </dsp:sp>
    <dsp:sp modelId="{B924152E-6F85-4A37-85C4-C1EC615F859A}">
      <dsp:nvSpPr>
        <dsp:cNvPr id="0" name=""/>
        <dsp:cNvSpPr/>
      </dsp:nvSpPr>
      <dsp:spPr>
        <a:xfrm>
          <a:off x="1987089" y="5919792"/>
          <a:ext cx="79483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334AE-1546-4BB3-8130-E389163461B1}">
      <dsp:nvSpPr>
        <dsp:cNvPr id="0" name=""/>
        <dsp:cNvSpPr/>
      </dsp:nvSpPr>
      <dsp:spPr>
        <a:xfrm>
          <a:off x="0" y="0"/>
          <a:ext cx="99354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5EAF3-0A18-457A-B2EC-6E0F4540A3BF}">
      <dsp:nvSpPr>
        <dsp:cNvPr id="0" name=""/>
        <dsp:cNvSpPr/>
      </dsp:nvSpPr>
      <dsp:spPr>
        <a:xfrm>
          <a:off x="0" y="0"/>
          <a:ext cx="1987089" cy="6064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kern="1200" dirty="0"/>
            <a:t>Задачи</a:t>
          </a:r>
        </a:p>
      </dsp:txBody>
      <dsp:txXfrm>
        <a:off x="0" y="0"/>
        <a:ext cx="1987089" cy="6064293"/>
      </dsp:txXfrm>
    </dsp:sp>
    <dsp:sp modelId="{AA4454DF-E683-47BC-8889-A40798187691}">
      <dsp:nvSpPr>
        <dsp:cNvPr id="0" name=""/>
        <dsp:cNvSpPr/>
      </dsp:nvSpPr>
      <dsp:spPr>
        <a:xfrm>
          <a:off x="2136120" y="140947"/>
          <a:ext cx="3825146" cy="2818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 dirty="0"/>
            <a:t>Вывести зависимость </a:t>
          </a:r>
          <a:r>
            <a:rPr lang="en-US" sz="5000" kern="1200" dirty="0"/>
            <a:t>L(</a:t>
          </a:r>
          <a:r>
            <a:rPr lang="el-GR" sz="5000" kern="1200" dirty="0"/>
            <a:t>σ</a:t>
          </a:r>
          <a:r>
            <a:rPr lang="en-US" sz="5000" kern="1200" dirty="0"/>
            <a:t>)</a:t>
          </a:r>
          <a:endParaRPr lang="ru-RU" sz="5000" kern="1200" dirty="0"/>
        </a:p>
      </dsp:txBody>
      <dsp:txXfrm>
        <a:off x="2136120" y="140947"/>
        <a:ext cx="3825146" cy="2818948"/>
      </dsp:txXfrm>
    </dsp:sp>
    <dsp:sp modelId="{D5EC3A46-DA89-4D61-89D9-876DA0B5EB39}">
      <dsp:nvSpPr>
        <dsp:cNvPr id="0" name=""/>
        <dsp:cNvSpPr/>
      </dsp:nvSpPr>
      <dsp:spPr>
        <a:xfrm>
          <a:off x="1987089" y="2959896"/>
          <a:ext cx="79483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9D1E1-28FC-4B21-93BF-D42DDD895FB9}">
      <dsp:nvSpPr>
        <dsp:cNvPr id="0" name=""/>
        <dsp:cNvSpPr/>
      </dsp:nvSpPr>
      <dsp:spPr>
        <a:xfrm>
          <a:off x="2136120" y="3100843"/>
          <a:ext cx="3825146" cy="2818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 dirty="0"/>
            <a:t>Создать скрипт на </a:t>
          </a:r>
          <a:r>
            <a:rPr lang="en-US" sz="5000" kern="1200" dirty="0"/>
            <a:t>Python</a:t>
          </a:r>
          <a:endParaRPr lang="ru-RU" sz="5000" kern="1200" dirty="0"/>
        </a:p>
      </dsp:txBody>
      <dsp:txXfrm>
        <a:off x="2136120" y="3100843"/>
        <a:ext cx="3825146" cy="2818948"/>
      </dsp:txXfrm>
    </dsp:sp>
    <dsp:sp modelId="{B81FDF83-10DC-4AEA-8CC8-7AC36B4819DD}">
      <dsp:nvSpPr>
        <dsp:cNvPr id="0" name=""/>
        <dsp:cNvSpPr/>
      </dsp:nvSpPr>
      <dsp:spPr>
        <a:xfrm>
          <a:off x="6110299" y="3100843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Подключить необходимые библиотеки</a:t>
          </a:r>
        </a:p>
      </dsp:txBody>
      <dsp:txXfrm>
        <a:off x="6110299" y="3100843"/>
        <a:ext cx="3825146" cy="938731"/>
      </dsp:txXfrm>
    </dsp:sp>
    <dsp:sp modelId="{AABA3661-DF51-4576-B4FC-8B2031E686C1}">
      <dsp:nvSpPr>
        <dsp:cNvPr id="0" name=""/>
        <dsp:cNvSpPr/>
      </dsp:nvSpPr>
      <dsp:spPr>
        <a:xfrm>
          <a:off x="5961267" y="4039575"/>
          <a:ext cx="38251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F9613-B5BF-4A57-A85A-DD4482817925}">
      <dsp:nvSpPr>
        <dsp:cNvPr id="0" name=""/>
        <dsp:cNvSpPr/>
      </dsp:nvSpPr>
      <dsp:spPr>
        <a:xfrm>
          <a:off x="6110299" y="4039575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Написать функцию </a:t>
          </a:r>
          <a:r>
            <a:rPr lang="en-US" sz="2500" kern="1200" dirty="0"/>
            <a:t>L(</a:t>
          </a:r>
          <a:r>
            <a:rPr lang="el-GR" sz="2500" kern="1200" dirty="0"/>
            <a:t>σ</a:t>
          </a:r>
          <a:r>
            <a:rPr lang="en-US" sz="2500" kern="1200" dirty="0"/>
            <a:t>)</a:t>
          </a:r>
          <a:endParaRPr lang="ru-RU" sz="2500" kern="1200" dirty="0"/>
        </a:p>
      </dsp:txBody>
      <dsp:txXfrm>
        <a:off x="6110299" y="4039575"/>
        <a:ext cx="3825146" cy="938731"/>
      </dsp:txXfrm>
    </dsp:sp>
    <dsp:sp modelId="{418182A7-6197-4C98-881F-725739939B37}">
      <dsp:nvSpPr>
        <dsp:cNvPr id="0" name=""/>
        <dsp:cNvSpPr/>
      </dsp:nvSpPr>
      <dsp:spPr>
        <a:xfrm>
          <a:off x="5961267" y="4978307"/>
          <a:ext cx="38251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47D56-5E74-4E41-A9AA-CB9B1C71F188}">
      <dsp:nvSpPr>
        <dsp:cNvPr id="0" name=""/>
        <dsp:cNvSpPr/>
      </dsp:nvSpPr>
      <dsp:spPr>
        <a:xfrm>
          <a:off x="6110299" y="4978307"/>
          <a:ext cx="3825146" cy="938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Создать диаграмму по полученным значениям</a:t>
          </a:r>
        </a:p>
      </dsp:txBody>
      <dsp:txXfrm>
        <a:off x="6110299" y="4978307"/>
        <a:ext cx="3825146" cy="938731"/>
      </dsp:txXfrm>
    </dsp:sp>
    <dsp:sp modelId="{B924152E-6F85-4A37-85C4-C1EC615F859A}">
      <dsp:nvSpPr>
        <dsp:cNvPr id="0" name=""/>
        <dsp:cNvSpPr/>
      </dsp:nvSpPr>
      <dsp:spPr>
        <a:xfrm>
          <a:off x="1987089" y="5919792"/>
          <a:ext cx="79483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7AEEA-1F44-4E49-A34F-0D38B7A5F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8E20C1-F10A-4A2B-8F7B-39A80E8AC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6273C-6DF0-404C-895A-AC37C335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FA0D48-9C10-4EA3-8EA2-9CF4AB29B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A1EA2-AD8D-4C1D-AF5E-CAC14048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49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1D232-C8CE-439C-9D9E-E67C7443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5FA00-8F7D-4913-BDA9-5637F49D4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E78F7C-E5AE-4E9A-A612-69D94BA2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A81C4-B6BE-4C79-84EE-9A635D0F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953C9-DEF8-4949-A03D-E205A240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45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66670-C12A-4F55-85CE-0AA4B1DC9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4191B5-F0DA-46AA-852A-D46F0227C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85C17-CBB2-42BF-9483-CC70B64F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180059-0315-4E2F-B285-46157CE2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106E6A-6D13-4937-AF94-574441F1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25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C9F13-ADD2-4960-BF01-0D6AAEF9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DBDD0B-41E8-4D29-9580-ECFE4CAE9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85ACAE-467E-41A7-91AE-F32D9FA45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A477B6-1057-415B-8BAC-3AF0C78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B906D0-E28D-4307-8A4B-3A80BB86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75DDBB-B8D0-4045-9337-F22C194C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98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D02EB-96E1-4443-A0F2-FA74517C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EBAB5-0CC7-4AF4-901B-87F8A3B66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6D4D76-638B-4BAD-A01E-43016D2E4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81DCE0-9684-4104-A83C-322175D90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B46743-EA37-423A-A3AE-A2113B3A1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33A8B9-1547-4056-91D1-652CD071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A73F8C-F1CC-4677-8423-CA756816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A79D5C-957D-47DA-94EE-2B684519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5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D13CC-AF3A-42CA-9B98-2A618907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44A98B-E907-4505-AA1C-C7A3C543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343F3E-2936-4982-A287-93AE65A6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B6AF0B-5E11-4B2E-90A0-2AB59721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1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92AC233-B612-4B5D-AA50-04323FD5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9B70AE-CAF2-46BF-ADEB-C12317E7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0758DA-A202-4493-B621-B517AF98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87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D2B01-3199-40E8-B112-E12FCF75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F095F-34FB-4E49-96E7-5C5F47DF6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8557FA-99D3-4208-A5DF-11BF83BF7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66413B-D863-475E-A0BF-5E92EDE5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F77170-0F8D-4DD4-BD5C-39533B94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C9072A-7C3B-49EF-B59B-EB50F0CC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94E5B-7562-4F11-AA86-95919455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813BF4-8990-4B8D-8B0A-FCA86C8B7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3DBB57-D650-417C-A81B-73B560FDD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739709-6F37-4609-BDFC-A01228BE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188E11-D8FB-4A72-B52B-05558F0D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6884B9-7D53-4E8C-A31A-9421DF50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85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9212E-BD17-47CB-88E9-0A9F2611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DADF6E-C4C1-4BCC-AA3C-F11A8C74D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1905B5-0099-4041-83D1-EBAD55B8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E8746B-AB8F-49C4-BC35-63C83643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EAD15B-5CC4-436C-97C9-7528840E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69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968B82-1AE7-4DC5-9334-0F825ECDF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199617-155F-4683-88E9-D680A5F02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56835-F40C-4C2D-868B-6010FF99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6BC848-D59B-4EE6-8C91-7879BEB2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14DC73-92D5-4837-B4ED-841FADF4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41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AED97-725D-499E-81D5-AC36C55B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6EBAA8-6B2C-4B82-BB77-34E1D2C91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43D79B-8D77-4E2C-979F-283F64C9DF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63DF2-0D91-4A0B-A236-B1241C0DD40F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0B118-DCFB-44FA-80E1-A069246B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2B0C50-0FB0-48F8-99DD-FF85AD06D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9D327-F8A8-45B5-9975-202B53BD70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68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8.png"/><Relationship Id="rId4" Type="http://schemas.openxmlformats.org/officeDocument/2006/relationships/diagramData" Target="../diagrams/data2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https://sun9-71.userapi.com/impg/HvPBrLkzGWn5cO5B0s5dIEpoGYIOrBakg_F5dQ/jffbwORwPOw.jpg?size=810x1080&amp;quality=95&amp;sign=ca4190b78027ff514b5113f3bbb19484&amp;type=album">
            <a:extLst>
              <a:ext uri="{FF2B5EF4-FFF2-40B4-BE49-F238E27FC236}">
                <a16:creationId xmlns:a16="http://schemas.microsoft.com/office/drawing/2014/main" id="{DD0070C8-749F-49C7-B0D6-55F4CA71E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2" b="6328"/>
          <a:stretch>
            <a:fillRect/>
          </a:stretch>
        </p:blipFill>
        <p:spPr bwMode="auto">
          <a:xfrm>
            <a:off x="6045202" y="4415062"/>
            <a:ext cx="1625600" cy="1625600"/>
          </a:xfrm>
          <a:custGeom>
            <a:avLst/>
            <a:gdLst>
              <a:gd name="connsiteX0" fmla="*/ 812800 w 1625600"/>
              <a:gd name="connsiteY0" fmla="*/ 0 h 1625600"/>
              <a:gd name="connsiteX1" fmla="*/ 1625600 w 1625600"/>
              <a:gd name="connsiteY1" fmla="*/ 812800 h 1625600"/>
              <a:gd name="connsiteX2" fmla="*/ 812800 w 1625600"/>
              <a:gd name="connsiteY2" fmla="*/ 1625600 h 1625600"/>
              <a:gd name="connsiteX3" fmla="*/ 0 w 1625600"/>
              <a:gd name="connsiteY3" fmla="*/ 812800 h 1625600"/>
              <a:gd name="connsiteX4" fmla="*/ 812800 w 162560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0" h="1625600">
                <a:moveTo>
                  <a:pt x="812800" y="0"/>
                </a:moveTo>
                <a:cubicBezTo>
                  <a:pt x="1261697" y="0"/>
                  <a:pt x="1625600" y="363903"/>
                  <a:pt x="1625600" y="812800"/>
                </a:cubicBezTo>
                <a:cubicBezTo>
                  <a:pt x="1625600" y="1261697"/>
                  <a:pt x="1261697" y="1625600"/>
                  <a:pt x="812800" y="1625600"/>
                </a:cubicBezTo>
                <a:cubicBezTo>
                  <a:pt x="363903" y="1625600"/>
                  <a:pt x="0" y="1261697"/>
                  <a:pt x="0" y="812800"/>
                </a:cubicBezTo>
                <a:cubicBezTo>
                  <a:pt x="0" y="363903"/>
                  <a:pt x="363903" y="0"/>
                  <a:pt x="81280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9D050-4D58-43A6-B4F9-FD1C86C64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817338"/>
            <a:ext cx="6705600" cy="2030300"/>
          </a:xfrm>
        </p:spPr>
        <p:txBody>
          <a:bodyPr>
            <a:normAutofit/>
          </a:bodyPr>
          <a:lstStyle/>
          <a:p>
            <a:r>
              <a:rPr lang="ru-RU" sz="6600" b="1" dirty="0">
                <a:gradFill>
                  <a:gsLst>
                    <a:gs pos="0">
                      <a:srgbClr val="7030A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Кейс: Полоса обзора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EF1683-2C0C-41F2-AE21-65816ABA0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6203" y="4496942"/>
            <a:ext cx="3136900" cy="1554050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Терехин Иван Алексеевич,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ученик 11 класса, 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ГБОУ Лицей №281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 Адмиралтейского района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60E67C-3F1F-4F0F-9B20-2BA90B09F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0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C1166951-7CC8-4082-B71C-FFB969DB6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00564"/>
              </p:ext>
            </p:extLst>
          </p:nvPr>
        </p:nvGraphicFramePr>
        <p:xfrm>
          <a:off x="1950097" y="396853"/>
          <a:ext cx="9935446" cy="606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383E92-226F-46DE-8EED-ED01313309FA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72337" y="2141678"/>
            <a:ext cx="3624882" cy="41795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94142768-BB39-41B2-9D06-97CF20C1E96D}"/>
                  </a:ext>
                </a:extLst>
              </p:cNvPr>
              <p:cNvSpPr/>
              <p:nvPr/>
            </p:nvSpPr>
            <p:spPr>
              <a:xfrm>
                <a:off x="-2291767" y="4975430"/>
                <a:ext cx="6096000" cy="12839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:r>
                  <a:rPr lang="en-US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H</a:t>
                </a: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= 500 км;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σ=0,1,2,3…90 град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з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Cambria" panose="02040503050406030204" pitchFamily="18" charset="0"/>
                      </a:rPr>
                      <m:t>=6371</m:t>
                    </m:r>
                  </m:oMath>
                </a14:m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км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94142768-BB39-41B2-9D06-97CF20C1E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91767" y="4975430"/>
                <a:ext cx="6096000" cy="1283941"/>
              </a:xfrm>
              <a:prstGeom prst="rect">
                <a:avLst/>
              </a:prstGeom>
              <a:blipFill>
                <a:blip r:embed="rId8"/>
                <a:stretch>
                  <a:fillRect l="-800" t="-1422" b="-5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Заголовок 6">
            <a:extLst>
              <a:ext uri="{FF2B5EF4-FFF2-40B4-BE49-F238E27FC236}">
                <a16:creationId xmlns:a16="http://schemas.microsoft.com/office/drawing/2014/main" id="{DE2BF392-1539-417A-AC36-AF884EBE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71567" y="598629"/>
            <a:ext cx="10515600" cy="1325563"/>
          </a:xfrm>
        </p:spPr>
        <p:txBody>
          <a:bodyPr/>
          <a:lstStyle/>
          <a:p>
            <a:r>
              <a:rPr lang="ru-RU" dirty="0"/>
              <a:t>Вывод формулы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950738-8F42-4A10-8301-50DB1F8B19B1}"/>
                  </a:ext>
                </a:extLst>
              </p:cNvPr>
              <p:cNvSpPr txBox="1"/>
              <p:nvPr/>
            </p:nvSpPr>
            <p:spPr>
              <a:xfrm>
                <a:off x="-5771567" y="2171606"/>
                <a:ext cx="5411033" cy="2356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ru-RU" sz="2800" dirty="0"/>
                  <a:t>Нам понадобится:</a:t>
                </a:r>
                <a:endParaRPr lang="en-US" sz="2800" dirty="0"/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Т</a:t>
                </a:r>
                <a:r>
                  <a:rPr lang="en-US" sz="2000" dirty="0"/>
                  <a:t>. Sin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func>
                          <m:func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>
                    <a:ea typeface="Cambria Math" panose="02040503050406030204" pitchFamily="18" charset="0"/>
                  </a:rPr>
                  <a:t>Сумма углов треугольника (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)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Формула приведения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2000" dirty="0"/>
                  <a:t>)</a:t>
                </a: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Длинна дуги окружности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)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950738-8F42-4A10-8301-50DB1F8B1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71567" y="2171606"/>
                <a:ext cx="5411033" cy="2356864"/>
              </a:xfrm>
              <a:prstGeom prst="rect">
                <a:avLst/>
              </a:prstGeom>
              <a:blipFill>
                <a:blip r:embed="rId9"/>
                <a:stretch>
                  <a:fillRect l="-2252" r="-338" b="-38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6004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5446B2-F88C-44F6-BDCD-535F8F5DA8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44067" y="1"/>
            <a:ext cx="5947933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FAAE0570-009F-4601-9BD4-A0F6F800947A}"/>
                  </a:ext>
                </a:extLst>
              </p:cNvPr>
              <p:cNvSpPr/>
              <p:nvPr/>
            </p:nvSpPr>
            <p:spPr>
              <a:xfrm>
                <a:off x="3753433" y="4975430"/>
                <a:ext cx="6096000" cy="12839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:r>
                  <a:rPr lang="en-US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H</a:t>
                </a: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= 500 км;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σ=0,1,2,3…90 град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з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libri" panose="020F0502020204030204" pitchFamily="34" charset="0"/>
                        <a:cs typeface="Cambria" panose="02040503050406030204" pitchFamily="18" charset="0"/>
                      </a:rPr>
                      <m:t>=6371</m:t>
                    </m:r>
                  </m:oMath>
                </a14:m>
                <a:r>
                  <a:rPr lang="ru-RU" dirty="0"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км</a:t>
                </a:r>
                <a:endParaRPr lang="ru-RU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FAAE0570-009F-4601-9BD4-A0F6F80094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433" y="4975430"/>
                <a:ext cx="6096000" cy="1283941"/>
              </a:xfrm>
              <a:prstGeom prst="rect">
                <a:avLst/>
              </a:prstGeom>
              <a:blipFill>
                <a:blip r:embed="rId3"/>
                <a:stretch>
                  <a:fillRect l="-900" t="-1422" b="-5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2763AB5A-D044-44E7-8361-5DE0BD5AF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438515"/>
              </p:ext>
            </p:extLst>
          </p:nvPr>
        </p:nvGraphicFramePr>
        <p:xfrm>
          <a:off x="15902417" y="396853"/>
          <a:ext cx="9935446" cy="606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7F7FF83-A8C9-4AD1-9A04-8A9D6D23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83" y="396853"/>
            <a:ext cx="10515600" cy="1325563"/>
          </a:xfrm>
        </p:spPr>
        <p:txBody>
          <a:bodyPr/>
          <a:lstStyle/>
          <a:p>
            <a:r>
              <a:rPr lang="ru-RU" dirty="0"/>
              <a:t>Вывод формулы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DFE111-62DD-46FF-B6C2-81C46ADA3FED}"/>
                  </a:ext>
                </a:extLst>
              </p:cNvPr>
              <p:cNvSpPr txBox="1"/>
              <p:nvPr/>
            </p:nvSpPr>
            <p:spPr>
              <a:xfrm>
                <a:off x="419683" y="2171606"/>
                <a:ext cx="5411033" cy="2356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ru-RU" sz="2800" dirty="0"/>
                  <a:t>Нам понадобится:</a:t>
                </a:r>
                <a:endParaRPr lang="en-US" sz="2800" dirty="0"/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Т</a:t>
                </a:r>
                <a:r>
                  <a:rPr lang="en-US" sz="2000" dirty="0"/>
                  <a:t>. Sin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func>
                          <m:func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>
                    <a:ea typeface="Cambria Math" panose="02040503050406030204" pitchFamily="18" charset="0"/>
                  </a:rPr>
                  <a:t>Сумма углов треугольника (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2000" b="0" dirty="0">
                    <a:ea typeface="Cambria Math" panose="02040503050406030204" pitchFamily="18" charset="0"/>
                  </a:rPr>
                  <a:t>)</a:t>
                </a:r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Формула приведения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2000" dirty="0"/>
                  <a:t>)</a:t>
                </a:r>
              </a:p>
              <a:p>
                <a:pPr marL="342900" indent="-342900">
                  <a:lnSpc>
                    <a:spcPct val="125000"/>
                  </a:lnSpc>
                  <a:buAutoNum type="arabicPeriod"/>
                </a:pPr>
                <a:r>
                  <a:rPr lang="ru-RU" sz="2000" dirty="0"/>
                  <a:t>Длинна дуги окружности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DFE111-62DD-46FF-B6C2-81C46ADA3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83" y="2171606"/>
                <a:ext cx="5411033" cy="2356864"/>
              </a:xfrm>
              <a:prstGeom prst="rect">
                <a:avLst/>
              </a:prstGeom>
              <a:blipFill>
                <a:blip r:embed="rId9"/>
                <a:stretch>
                  <a:fillRect l="-2368" r="-338" b="-38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5DC7A-9009-45C1-939B-8DEE242C8938}"/>
                  </a:ext>
                </a:extLst>
              </p:cNvPr>
              <p:cNvSpPr txBox="1"/>
              <p:nvPr/>
            </p:nvSpPr>
            <p:spPr>
              <a:xfrm>
                <a:off x="12544425" y="2971800"/>
                <a:ext cx="2345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4E4CD33-B947-438A-8821-8E0E39FB9A27}" type="mathplaceholder">
                        <a:rPr lang="ru-RU" i="1" smtClean="0">
                          <a:latin typeface="Cambria Math" panose="02040503050406030204" pitchFamily="18" charset="0"/>
                        </a:rPr>
                        <a:t>Место для уравнения.</a:t>
                      </a:fl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5DC7A-9009-45C1-939B-8DEE242C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4425" y="2971800"/>
                <a:ext cx="2345194" cy="276999"/>
              </a:xfrm>
              <a:prstGeom prst="rect">
                <a:avLst/>
              </a:prstGeom>
              <a:blipFill>
                <a:blip r:embed="rId10"/>
                <a:stretch>
                  <a:fillRect l="-2078" r="-2338" b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925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BF5E38-53A1-449E-AC41-A167903EFF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37" y="0"/>
            <a:ext cx="5840963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E8655E1-E8B5-4F39-9B0D-82543A530879}"/>
                  </a:ext>
                </a:extLst>
              </p:cNvPr>
              <p:cNvSpPr/>
              <p:nvPr/>
            </p:nvSpPr>
            <p:spPr>
              <a:xfrm>
                <a:off x="448106" y="1782041"/>
                <a:ext cx="1920782" cy="7428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𝐴𝑂</m:t>
                          </m:r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fun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𝑂𝑆</m:t>
                          </m:r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𝑆𝐴𝑂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4E8655E1-E8B5-4F39-9B0D-82543A530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06" y="1782041"/>
                <a:ext cx="1920782" cy="742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881DCC08-955D-4E2D-81B9-F937097DDCA5}"/>
                  </a:ext>
                </a:extLst>
              </p:cNvPr>
              <p:cNvSpPr/>
              <p:nvPr/>
            </p:nvSpPr>
            <p:spPr>
              <a:xfrm>
                <a:off x="107495" y="2593445"/>
                <a:ext cx="2291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881DCC08-955D-4E2D-81B9-F937097DD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95" y="2593445"/>
                <a:ext cx="229101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DD7082F2-A388-4DC3-8C8C-1166D41BB43A}"/>
                  </a:ext>
                </a:extLst>
              </p:cNvPr>
              <p:cNvSpPr/>
              <p:nvPr/>
            </p:nvSpPr>
            <p:spPr>
              <a:xfrm>
                <a:off x="2368888" y="1858491"/>
                <a:ext cx="3808030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nor/>
                            </m:rPr>
                            <a:rPr lang="en-US" dirty="0"/>
                            <m:t> – 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)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𝐴𝑂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DD7082F2-A388-4DC3-8C8C-1166D41B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888" y="1858491"/>
                <a:ext cx="3808030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D73945F6-309D-4999-A0F1-D9D8A776339D}"/>
                  </a:ext>
                </a:extLst>
              </p:cNvPr>
              <p:cNvSpPr/>
              <p:nvPr/>
            </p:nvSpPr>
            <p:spPr>
              <a:xfrm>
                <a:off x="1113504" y="3525454"/>
                <a:ext cx="3472297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𝐴𝑂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D73945F6-309D-4999-A0F1-D9D8A7763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04" y="3525454"/>
                <a:ext cx="3472297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96174E8F-3C11-40FA-B98D-7C7E8BF6A01D}"/>
                  </a:ext>
                </a:extLst>
              </p:cNvPr>
              <p:cNvSpPr/>
              <p:nvPr/>
            </p:nvSpPr>
            <p:spPr>
              <a:xfrm>
                <a:off x="2668696" y="2609026"/>
                <a:ext cx="12643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dirty="0"/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dirty="0"/>
                            <m:t>)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96174E8F-3C11-40FA-B98D-7C7E8BF6A0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696" y="2609026"/>
                <a:ext cx="126432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8E8802CD-0B2A-4B28-9254-EA66610661D0}"/>
                  </a:ext>
                </a:extLst>
              </p:cNvPr>
              <p:cNvSpPr/>
              <p:nvPr/>
            </p:nvSpPr>
            <p:spPr>
              <a:xfrm rot="5400000">
                <a:off x="2762955" y="2307940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8E8802CD-0B2A-4B28-9254-EA6661066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762955" y="2307940"/>
                <a:ext cx="4106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211D2440-24C6-45D6-9481-3FBF886C1C3E}"/>
              </a:ext>
            </a:extLst>
          </p:cNvPr>
          <p:cNvCxnSpPr/>
          <p:nvPr/>
        </p:nvCxnSpPr>
        <p:spPr>
          <a:xfrm>
            <a:off x="2412310" y="1747150"/>
            <a:ext cx="0" cy="1275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07D5E17-D8F4-49DD-888D-B5B6B7198724}"/>
                  </a:ext>
                </a:extLst>
              </p:cNvPr>
              <p:cNvSpPr/>
              <p:nvPr/>
            </p:nvSpPr>
            <p:spPr>
              <a:xfrm>
                <a:off x="6311315" y="4975430"/>
                <a:ext cx="6096000" cy="12839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:r>
                  <a:rPr lang="en-US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H</a:t>
                </a: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= 500 км;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σ=0,1,2,3…90 град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з</m:t>
                        </m:r>
                      </m:sub>
                    </m:sSub>
                    <m:r>
                      <a:rPr lang="ru-RU" i="1">
                        <a:solidFill>
                          <a:srgbClr val="282C32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" panose="02040503050406030204" pitchFamily="18" charset="0"/>
                      </a:rPr>
                      <m:t>=6371</m:t>
                    </m:r>
                  </m:oMath>
                </a14:m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км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07D5E17-D8F4-49DD-888D-B5B6B7198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315" y="4975430"/>
                <a:ext cx="6096000" cy="1283941"/>
              </a:xfrm>
              <a:prstGeom prst="rect">
                <a:avLst/>
              </a:prstGeom>
              <a:blipFill>
                <a:blip r:embed="rId9"/>
                <a:stretch>
                  <a:fillRect l="-800" t="-1422" b="-5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BECBDB29-1798-41AE-80DD-B9920C99EB8C}"/>
              </a:ext>
            </a:extLst>
          </p:cNvPr>
          <p:cNvSpPr txBox="1"/>
          <p:nvPr/>
        </p:nvSpPr>
        <p:spPr>
          <a:xfrm>
            <a:off x="10534261" y="29627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2C32"/>
                </a:solidFill>
              </a:rPr>
              <a:t>B</a:t>
            </a:r>
            <a:endParaRPr lang="ru-RU" dirty="0">
              <a:solidFill>
                <a:srgbClr val="282C3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FB386A4-CD59-40E9-9C86-2DA44122D16B}"/>
                  </a:ext>
                </a:extLst>
              </p:cNvPr>
              <p:cNvSpPr txBox="1"/>
              <p:nvPr/>
            </p:nvSpPr>
            <p:spPr>
              <a:xfrm>
                <a:off x="334630" y="4491639"/>
                <a:ext cx="597176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𝐴𝑂𝐵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𝑂𝑀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𝑀𝑆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𝐴𝑂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fun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FB386A4-CD59-40E9-9C86-2DA44122D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30" y="4491639"/>
                <a:ext cx="5971763" cy="6223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DE338E48-A385-4171-BE16-274EECA428D9}"/>
                  </a:ext>
                </a:extLst>
              </p:cNvPr>
              <p:cNvSpPr/>
              <p:nvPr/>
            </p:nvSpPr>
            <p:spPr>
              <a:xfrm>
                <a:off x="933791" y="5530224"/>
                <a:ext cx="4162101" cy="616772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з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fun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DE338E48-A385-4171-BE16-274EECA42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1" y="5530224"/>
                <a:ext cx="4162101" cy="6167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Заголовок 6">
            <a:extLst>
              <a:ext uri="{FF2B5EF4-FFF2-40B4-BE49-F238E27FC236}">
                <a16:creationId xmlns:a16="http://schemas.microsoft.com/office/drawing/2014/main" id="{F729A45D-D692-479A-8F63-FED646D4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83" y="396853"/>
            <a:ext cx="10515600" cy="1325563"/>
          </a:xfrm>
        </p:spPr>
        <p:txBody>
          <a:bodyPr/>
          <a:lstStyle/>
          <a:p>
            <a:r>
              <a:rPr lang="ru-RU" dirty="0"/>
              <a:t>Вывод формулы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578D51-D7CF-4F5A-8EA5-2E950F5EBD1C}"/>
              </a:ext>
            </a:extLst>
          </p:cNvPr>
          <p:cNvSpPr txBox="1"/>
          <p:nvPr/>
        </p:nvSpPr>
        <p:spPr>
          <a:xfrm>
            <a:off x="9116668" y="30596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2C32"/>
                </a:solidFill>
              </a:rPr>
              <a:t>M</a:t>
            </a:r>
            <a:endParaRPr lang="ru-RU" dirty="0">
              <a:solidFill>
                <a:srgbClr val="282C3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3DAF99-6ED6-444B-A9FA-3C4649AAA757}"/>
              </a:ext>
            </a:extLst>
          </p:cNvPr>
          <p:cNvSpPr txBox="1"/>
          <p:nvPr/>
        </p:nvSpPr>
        <p:spPr>
          <a:xfrm>
            <a:off x="838200" y="7129638"/>
            <a:ext cx="4454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Ограничения максимального значения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E6A476-9C44-4592-9562-30BE14BB6E8A}"/>
                  </a:ext>
                </a:extLst>
              </p:cNvPr>
              <p:cNvSpPr txBox="1"/>
              <p:nvPr/>
            </p:nvSpPr>
            <p:spPr>
              <a:xfrm>
                <a:off x="562946" y="7749818"/>
                <a:ext cx="3606282" cy="797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𝑆𝐴𝑂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−п.у.⟹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𝑆𝑂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E6A476-9C44-4592-9562-30BE14BB6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46" y="7749818"/>
                <a:ext cx="3606282" cy="7974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D4588D-2AAA-443D-B42A-E02016D91DE1}"/>
                  </a:ext>
                </a:extLst>
              </p:cNvPr>
              <p:cNvSpPr txBox="1"/>
              <p:nvPr/>
            </p:nvSpPr>
            <p:spPr>
              <a:xfrm>
                <a:off x="950719" y="8660414"/>
                <a:ext cx="2434641" cy="622350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D4588D-2AAA-443D-B42A-E02016D91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19" y="8660414"/>
                <a:ext cx="2434641" cy="6223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E4F9AF-6DC8-426D-9D5D-EDEB6F5B6D09}"/>
                  </a:ext>
                </a:extLst>
              </p:cNvPr>
              <p:cNvSpPr txBox="1"/>
              <p:nvPr/>
            </p:nvSpPr>
            <p:spPr>
              <a:xfrm>
                <a:off x="9164193" y="5345558"/>
                <a:ext cx="3840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ru-RU" dirty="0">
                  <a:solidFill>
                    <a:srgbClr val="282C32"/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E4F9AF-6DC8-426D-9D5D-EDEB6F5B6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193" y="5345558"/>
                <a:ext cx="384015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0656EFFC-539C-472D-8720-47B99E5C4CF9}"/>
                  </a:ext>
                </a:extLst>
              </p:cNvPr>
              <p:cNvSpPr/>
              <p:nvPr/>
            </p:nvSpPr>
            <p:spPr>
              <a:xfrm>
                <a:off x="6721607" y="690302"/>
                <a:ext cx="1163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</a:rPr>
                        <m:t>=◡</m:t>
                      </m:r>
                      <m:r>
                        <a:rPr lang="en-US" b="0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ru-RU" dirty="0">
                  <a:solidFill>
                    <a:srgbClr val="282C32"/>
                  </a:solidFill>
                </a:endParaRPr>
              </a:p>
            </p:txBody>
          </p:sp>
        </mc:Choice>
        <mc:Fallback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0656EFFC-539C-472D-8720-47B99E5C4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607" y="690302"/>
                <a:ext cx="116384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109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BF5E38-53A1-449E-AC41-A167903EFF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37" y="0"/>
            <a:ext cx="5840963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07D5E17-D8F4-49DD-888D-B5B6B7198724}"/>
                  </a:ext>
                </a:extLst>
              </p:cNvPr>
              <p:cNvSpPr/>
              <p:nvPr/>
            </p:nvSpPr>
            <p:spPr>
              <a:xfrm>
                <a:off x="6311315" y="4975430"/>
                <a:ext cx="6096000" cy="12839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:r>
                  <a:rPr lang="en-US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H</a:t>
                </a: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= 500 км;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σ=0,1,2,3…90 град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solidFill>
                              <a:srgbClr val="282C32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" panose="02040503050406030204" pitchFamily="18" charset="0"/>
                          </a:rPr>
                          <m:t>з</m:t>
                        </m:r>
                      </m:sub>
                    </m:sSub>
                    <m:r>
                      <a:rPr lang="ru-RU" i="1">
                        <a:solidFill>
                          <a:srgbClr val="282C32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" panose="02040503050406030204" pitchFamily="18" charset="0"/>
                      </a:rPr>
                      <m:t>=6371</m:t>
                    </m:r>
                  </m:oMath>
                </a14:m>
                <a:r>
                  <a:rPr lang="ru-RU" dirty="0">
                    <a:solidFill>
                      <a:srgbClr val="282C32"/>
                    </a:solidFill>
                    <a:latin typeface="Cambria" panose="02040503050406030204" pitchFamily="18" charset="0"/>
                    <a:ea typeface="Calibri" panose="020F0502020204030204" pitchFamily="34" charset="0"/>
                    <a:cs typeface="Cambria" panose="02040503050406030204" pitchFamily="18" charset="0"/>
                  </a:rPr>
                  <a:t> км</a:t>
                </a:r>
                <a:endParaRPr lang="ru-RU" sz="1400" dirty="0">
                  <a:solidFill>
                    <a:srgbClr val="282C3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507D5E17-D8F4-49DD-888D-B5B6B7198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315" y="4975430"/>
                <a:ext cx="6096000" cy="1283941"/>
              </a:xfrm>
              <a:prstGeom prst="rect">
                <a:avLst/>
              </a:prstGeom>
              <a:blipFill>
                <a:blip r:embed="rId3"/>
                <a:stretch>
                  <a:fillRect l="-800" t="-1422" b="-5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BECBDB29-1798-41AE-80DD-B9920C99EB8C}"/>
              </a:ext>
            </a:extLst>
          </p:cNvPr>
          <p:cNvSpPr txBox="1"/>
          <p:nvPr/>
        </p:nvSpPr>
        <p:spPr>
          <a:xfrm>
            <a:off x="10534261" y="29627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2C32"/>
                </a:solidFill>
              </a:rPr>
              <a:t>B</a:t>
            </a:r>
            <a:endParaRPr lang="ru-RU" dirty="0">
              <a:solidFill>
                <a:srgbClr val="282C3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DE338E48-A385-4171-BE16-274EECA428D9}"/>
                  </a:ext>
                </a:extLst>
              </p:cNvPr>
              <p:cNvSpPr/>
              <p:nvPr/>
            </p:nvSpPr>
            <p:spPr>
              <a:xfrm>
                <a:off x="933791" y="1725824"/>
                <a:ext cx="4162101" cy="616772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з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fun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DE338E48-A385-4171-BE16-274EECA428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91" y="1725824"/>
                <a:ext cx="4162101" cy="616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Заголовок 6">
            <a:extLst>
              <a:ext uri="{FF2B5EF4-FFF2-40B4-BE49-F238E27FC236}">
                <a16:creationId xmlns:a16="http://schemas.microsoft.com/office/drawing/2014/main" id="{F729A45D-D692-479A-8F63-FED646D4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83" y="396853"/>
            <a:ext cx="10515600" cy="1325563"/>
          </a:xfrm>
        </p:spPr>
        <p:txBody>
          <a:bodyPr/>
          <a:lstStyle/>
          <a:p>
            <a:r>
              <a:rPr lang="ru-RU" dirty="0"/>
              <a:t>Вывод формулы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578D51-D7CF-4F5A-8EA5-2E950F5EBD1C}"/>
              </a:ext>
            </a:extLst>
          </p:cNvPr>
          <p:cNvSpPr txBox="1"/>
          <p:nvPr/>
        </p:nvSpPr>
        <p:spPr>
          <a:xfrm>
            <a:off x="9116668" y="305966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2C32"/>
                </a:solidFill>
              </a:rPr>
              <a:t>M</a:t>
            </a:r>
            <a:endParaRPr lang="ru-RU" dirty="0">
              <a:solidFill>
                <a:srgbClr val="282C3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5D0F6-8B24-472A-B3C8-049D4C4F3715}"/>
              </a:ext>
            </a:extLst>
          </p:cNvPr>
          <p:cNvSpPr txBox="1"/>
          <p:nvPr/>
        </p:nvSpPr>
        <p:spPr>
          <a:xfrm>
            <a:off x="838200" y="3164257"/>
            <a:ext cx="4454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Ограничения максимального значения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551D4F-4164-44BA-B12B-8C64BA2DA0A9}"/>
                  </a:ext>
                </a:extLst>
              </p:cNvPr>
              <p:cNvSpPr txBox="1"/>
              <p:nvPr/>
            </p:nvSpPr>
            <p:spPr>
              <a:xfrm>
                <a:off x="562946" y="3784437"/>
                <a:ext cx="3606282" cy="797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𝑆𝐴𝑂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−п.у.⟹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𝑆𝑂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551D4F-4164-44BA-B12B-8C64BA2DA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46" y="3784437"/>
                <a:ext cx="3606282" cy="797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C17A01-A254-4165-99F6-39A875CA776A}"/>
                  </a:ext>
                </a:extLst>
              </p:cNvPr>
              <p:cNvSpPr txBox="1"/>
              <p:nvPr/>
            </p:nvSpPr>
            <p:spPr>
              <a:xfrm>
                <a:off x="950719" y="4695033"/>
                <a:ext cx="2434641" cy="622350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з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C17A01-A254-4165-99F6-39A875CA7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19" y="4695033"/>
                <a:ext cx="2434641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712052-6B08-4923-B409-A0730A35805A}"/>
                  </a:ext>
                </a:extLst>
              </p:cNvPr>
              <p:cNvSpPr txBox="1"/>
              <p:nvPr/>
            </p:nvSpPr>
            <p:spPr>
              <a:xfrm>
                <a:off x="9164193" y="5345558"/>
                <a:ext cx="3840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ru-RU" dirty="0">
                  <a:solidFill>
                    <a:srgbClr val="282C32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712052-6B08-4923-B409-A0730A358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193" y="5345558"/>
                <a:ext cx="38401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A1D4637E-4183-42CE-A093-E34B00A39B5A}"/>
                  </a:ext>
                </a:extLst>
              </p:cNvPr>
              <p:cNvSpPr/>
              <p:nvPr/>
            </p:nvSpPr>
            <p:spPr>
              <a:xfrm>
                <a:off x="6721607" y="690302"/>
                <a:ext cx="1163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</a:rPr>
                        <m:t>=◡</m:t>
                      </m:r>
                      <m:r>
                        <a:rPr lang="en-US" b="0" i="1" smtClean="0">
                          <a:solidFill>
                            <a:srgbClr val="282C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ru-RU" dirty="0">
                  <a:solidFill>
                    <a:srgbClr val="282C32"/>
                  </a:solidFill>
                </a:endParaRPr>
              </a:p>
            </p:txBody>
          </p:sp>
        </mc:Choice>
        <mc:Fallback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A1D4637E-4183-42CE-A093-E34B00A39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607" y="690302"/>
                <a:ext cx="116384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D1DB5BB-F72F-4042-8C5D-65AA1550AA76}"/>
              </a:ext>
            </a:extLst>
          </p:cNvPr>
          <p:cNvCxnSpPr/>
          <p:nvPr/>
        </p:nvCxnSpPr>
        <p:spPr>
          <a:xfrm flipV="1">
            <a:off x="7734300" y="3368675"/>
            <a:ext cx="92075" cy="195692"/>
          </a:xfrm>
          <a:prstGeom prst="line">
            <a:avLst/>
          </a:prstGeom>
          <a:ln>
            <a:solidFill>
              <a:srgbClr val="282C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1AB863B-9530-4928-94BA-C559B680A55A}"/>
              </a:ext>
            </a:extLst>
          </p:cNvPr>
          <p:cNvCxnSpPr/>
          <p:nvPr/>
        </p:nvCxnSpPr>
        <p:spPr>
          <a:xfrm flipH="1" flipV="1">
            <a:off x="7756525" y="3228975"/>
            <a:ext cx="69850" cy="139700"/>
          </a:xfrm>
          <a:prstGeom prst="line">
            <a:avLst/>
          </a:prstGeom>
          <a:ln>
            <a:solidFill>
              <a:srgbClr val="282C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634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FAFFAE7A-C864-471F-8684-C9CE1112D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215927"/>
              </p:ext>
            </p:extLst>
          </p:nvPr>
        </p:nvGraphicFramePr>
        <p:xfrm>
          <a:off x="9186333" y="3924300"/>
          <a:ext cx="3005666" cy="423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833">
                  <a:extLst>
                    <a:ext uri="{9D8B030D-6E8A-4147-A177-3AD203B41FA5}">
                      <a16:colId xmlns:a16="http://schemas.microsoft.com/office/drawing/2014/main" val="3700549657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2152567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l-GR" sz="1900" dirty="0">
                          <a:solidFill>
                            <a:schemeClr val="tx1"/>
                          </a:solidFill>
                        </a:rPr>
                        <a:t>2σ, °</a:t>
                      </a:r>
                      <a:endParaRPr lang="ru-RU" sz="1900" dirty="0">
                        <a:solidFill>
                          <a:schemeClr val="tx1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L, </a:t>
                      </a:r>
                      <a:r>
                        <a:rPr lang="ru-RU" sz="1900" dirty="0">
                          <a:solidFill>
                            <a:schemeClr val="tx1"/>
                          </a:solidFill>
                        </a:rPr>
                        <a:t>км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91770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0</a:t>
                      </a: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73766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20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176.55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64059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40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365.93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26527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60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585.32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716127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80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864.35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198899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100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1269.11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081184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120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2016.15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431689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140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86383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160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18617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180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840331958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70FDA-22CA-4A68-9605-3B1089D7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скрипта на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3B765-258B-4270-8423-25B6EAAEDC68}"/>
              </a:ext>
            </a:extLst>
          </p:cNvPr>
          <p:cNvSpPr txBox="1"/>
          <p:nvPr/>
        </p:nvSpPr>
        <p:spPr>
          <a:xfrm>
            <a:off x="1218163" y="2828613"/>
            <a:ext cx="1931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/>
              <a:t>Библиотеки</a:t>
            </a:r>
            <a:r>
              <a:rPr lang="en-US" dirty="0"/>
              <a:t>:</a:t>
            </a:r>
          </a:p>
          <a:p>
            <a:pPr marL="342900" lvl="0" indent="-342900">
              <a:buAutoNum type="arabicPeriod"/>
            </a:pPr>
            <a:r>
              <a:rPr lang="en-US" dirty="0" err="1"/>
              <a:t>numpy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dirty="0"/>
              <a:t>matplotlib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28F537-4284-4F29-8DEF-333B83ECB00D}"/>
                  </a:ext>
                </a:extLst>
              </p:cNvPr>
              <p:cNvSpPr txBox="1"/>
              <p:nvPr/>
            </p:nvSpPr>
            <p:spPr>
              <a:xfrm>
                <a:off x="1218163" y="1821794"/>
                <a:ext cx="731078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Функция </a:t>
                </a:r>
                <a:r>
                  <a:rPr lang="en-US" dirty="0"/>
                  <a:t>L(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):</a:t>
                </a:r>
              </a:p>
              <a:p>
                <a:r>
                  <a:rPr lang="en-US" dirty="0"/>
                  <a:t>L(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)=</a:t>
                </a:r>
                <a:r>
                  <a:rPr lang="pt-BR" dirty="0">
                    <a:solidFill>
                      <a:srgbClr val="00B0F0"/>
                    </a:solidFill>
                  </a:rPr>
                  <a:t>2</a:t>
                </a:r>
                <a:r>
                  <a:rPr lang="pt-BR" dirty="0"/>
                  <a:t> * R_KM * </a:t>
                </a:r>
                <a:r>
                  <a:rPr lang="pt-BR" dirty="0">
                    <a:solidFill>
                      <a:srgbClr val="FFFF00"/>
                    </a:solidFill>
                  </a:rPr>
                  <a:t>(</a:t>
                </a:r>
                <a:r>
                  <a:rPr lang="pt-BR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np.arcsin</a:t>
                </a:r>
                <a:r>
                  <a:rPr lang="pt-BR" dirty="0">
                    <a:solidFill>
                      <a:srgbClr val="00B0F0"/>
                    </a:solidFill>
                  </a:rPr>
                  <a:t>(</a:t>
                </a:r>
                <a:r>
                  <a:rPr lang="pt-BR" dirty="0">
                    <a:solidFill>
                      <a:srgbClr val="92D050"/>
                    </a:solidFill>
                  </a:rPr>
                  <a:t>(</a:t>
                </a:r>
                <a:r>
                  <a:rPr lang="pt-BR" dirty="0"/>
                  <a:t>R_KM + H_KM</a:t>
                </a:r>
                <a:r>
                  <a:rPr lang="pt-BR" dirty="0">
                    <a:solidFill>
                      <a:srgbClr val="92D050"/>
                    </a:solidFill>
                  </a:rPr>
                  <a:t>)</a:t>
                </a:r>
                <a:r>
                  <a:rPr lang="pt-BR" dirty="0"/>
                  <a:t> / R_KM * </a:t>
                </a:r>
                <a:r>
                  <a:rPr lang="pt-BR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np.sin</a:t>
                </a:r>
                <a:r>
                  <a:rPr lang="pt-BR" dirty="0">
                    <a:solidFill>
                      <a:srgbClr val="00B050"/>
                    </a:solidFill>
                  </a:rPr>
                  <a:t>(</a:t>
                </a:r>
                <a:r>
                  <a:rPr lang="pt-BR" dirty="0"/>
                  <a:t>s_rad</a:t>
                </a:r>
                <a:r>
                  <a:rPr lang="pt-BR" dirty="0">
                    <a:solidFill>
                      <a:srgbClr val="00B050"/>
                    </a:solidFill>
                  </a:rPr>
                  <a:t>)</a:t>
                </a:r>
                <a:r>
                  <a:rPr lang="pt-BR" dirty="0">
                    <a:solidFill>
                      <a:srgbClr val="00B0F0"/>
                    </a:solidFill>
                  </a:rPr>
                  <a:t>)</a:t>
                </a:r>
                <a:r>
                  <a:rPr lang="pt-BR" dirty="0"/>
                  <a:t> - s_rad</a:t>
                </a:r>
                <a:r>
                  <a:rPr lang="pt-BR" dirty="0">
                    <a:solidFill>
                      <a:srgbClr val="FFFF00"/>
                    </a:solidFill>
                  </a:rPr>
                  <a:t>)</a:t>
                </a:r>
                <a:endParaRPr lang="ru-RU" dirty="0">
                  <a:solidFill>
                    <a:srgbClr val="FFFF00"/>
                  </a:solidFill>
                </a:endParaRPr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28F537-4284-4F29-8DEF-333B83ECB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163" y="1821794"/>
                <a:ext cx="7310784" cy="1200329"/>
              </a:xfrm>
              <a:prstGeom prst="rect">
                <a:avLst/>
              </a:prstGeom>
              <a:blipFill>
                <a:blip r:embed="rId2"/>
                <a:stretch>
                  <a:fillRect l="-751" t="-30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2EA374-735C-47CF-99A7-C894DC45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59300"/>
            <a:ext cx="9186333" cy="22987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2AE29B-7653-40A4-9DDA-37CEF2D88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243" y="3406394"/>
            <a:ext cx="13541343" cy="7862015"/>
          </a:xfrm>
          <a:prstGeom prst="rect">
            <a:avLst/>
          </a:prstGeom>
          <a:ln>
            <a:solidFill>
              <a:srgbClr val="92D050"/>
            </a:solidFill>
          </a:ln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66443087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5913CE-BE70-44E8-9A5C-CBFE4D4C6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200"/>
            <a:ext cx="9186333" cy="5511800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78A0AC3-AEF9-4CA9-91EC-46B74BDCD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464162"/>
              </p:ext>
            </p:extLst>
          </p:nvPr>
        </p:nvGraphicFramePr>
        <p:xfrm>
          <a:off x="9186334" y="1346200"/>
          <a:ext cx="3005666" cy="426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833">
                  <a:extLst>
                    <a:ext uri="{9D8B030D-6E8A-4147-A177-3AD203B41FA5}">
                      <a16:colId xmlns:a16="http://schemas.microsoft.com/office/drawing/2014/main" val="3700549657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2152567549"/>
                    </a:ext>
                  </a:extLst>
                </a:gridCol>
              </a:tblGrid>
              <a:tr h="383023">
                <a:tc>
                  <a:txBody>
                    <a:bodyPr/>
                    <a:lstStyle/>
                    <a:p>
                      <a:pPr algn="ctr"/>
                      <a:r>
                        <a:rPr lang="el-GR" sz="1900" dirty="0">
                          <a:solidFill>
                            <a:schemeClr val="tx1"/>
                          </a:solidFill>
                        </a:rPr>
                        <a:t>2σ, °</a:t>
                      </a:r>
                      <a:endParaRPr lang="ru-RU" sz="1900" dirty="0">
                        <a:solidFill>
                          <a:schemeClr val="tx1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L, </a:t>
                      </a:r>
                      <a:r>
                        <a:rPr lang="ru-RU" sz="1900" dirty="0">
                          <a:solidFill>
                            <a:schemeClr val="tx1"/>
                          </a:solidFill>
                        </a:rPr>
                        <a:t>км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91770656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0</a:t>
                      </a: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737660368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20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176.55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640592522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40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365.93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265277404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60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585.32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716127614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80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864.35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198899195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100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1269.11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3081184240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120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2016.15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431689608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140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863838053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160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1186171110"/>
                  </a:ext>
                </a:extLst>
              </a:tr>
              <a:tr h="388343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rgbClr val="282C32"/>
                          </a:solidFill>
                        </a:rPr>
                        <a:t>180</a:t>
                      </a:r>
                      <a:endParaRPr lang="ru-RU" sz="1900" dirty="0">
                        <a:solidFill>
                          <a:srgbClr val="282C32"/>
                        </a:solidFill>
                      </a:endParaRPr>
                    </a:p>
                  </a:txBody>
                  <a:tcPr marL="95756" marR="95756" marT="47878" marB="47878"/>
                </a:tc>
                <a:tc>
                  <a:txBody>
                    <a:bodyPr/>
                    <a:lstStyle/>
                    <a:p>
                      <a:r>
                        <a:rPr lang="ru-RU" sz="1900" dirty="0">
                          <a:solidFill>
                            <a:srgbClr val="282C32"/>
                          </a:solidFill>
                        </a:rPr>
                        <a:t>4890.99</a:t>
                      </a:r>
                    </a:p>
                  </a:txBody>
                  <a:tcPr marL="95756" marR="95756" marT="47878" marB="47878"/>
                </a:tc>
                <a:extLst>
                  <a:ext uri="{0D108BD9-81ED-4DB2-BD59-A6C34878D82A}">
                    <a16:rowId xmlns:a16="http://schemas.microsoft.com/office/drawing/2014/main" val="2840331958"/>
                  </a:ext>
                </a:extLst>
              </a:tr>
            </a:tbl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7D1BA9D-0C16-46FC-8B3F-B9C6C152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0" y="20637"/>
            <a:ext cx="2844800" cy="132556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2CB4B6-16CF-4BE6-BCE4-DDF0474BC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6243" y="-8663518"/>
            <a:ext cx="13541343" cy="7862015"/>
          </a:xfrm>
          <a:prstGeom prst="rect">
            <a:avLst/>
          </a:prstGeom>
          <a:ln>
            <a:solidFill>
              <a:srgbClr val="92D050"/>
            </a:solidFill>
          </a:ln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57263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438</Words>
  <Application>Microsoft Office PowerPoint</Application>
  <PresentationFormat>Широкоэкранный</PresentationFormat>
  <Paragraphs>120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Тема Office</vt:lpstr>
      <vt:lpstr>Кейс: Полоса обзора</vt:lpstr>
      <vt:lpstr>Вывод формулы</vt:lpstr>
      <vt:lpstr>Вывод формулы</vt:lpstr>
      <vt:lpstr>Вывод формулы</vt:lpstr>
      <vt:lpstr>Вывод формулы</vt:lpstr>
      <vt:lpstr>Создание скрипта на Python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Кейс: Полоса обзора</dc:title>
  <dc:creator>Ivan Terekhin</dc:creator>
  <cp:lastModifiedBy>Ivan Terekhin</cp:lastModifiedBy>
  <cp:revision>25</cp:revision>
  <dcterms:created xsi:type="dcterms:W3CDTF">2025-04-14T08:46:17Z</dcterms:created>
  <dcterms:modified xsi:type="dcterms:W3CDTF">2025-04-14T12:32:25Z</dcterms:modified>
</cp:coreProperties>
</file>